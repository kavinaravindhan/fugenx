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5143500" cx="9144000"/>
  <p:notesSz cx="6858000" cy="9144000"/>
  <p:embeddedFontLst>
    <p:embeddedFont>
      <p:font typeface="Josefin Slab"/>
      <p:regular r:id="rId25"/>
      <p:bold r:id="rId26"/>
      <p:italic r:id="rId27"/>
      <p:boldItalic r:id="rId28"/>
    </p:embeddedFont>
    <p:embeddedFont>
      <p:font typeface="Abril Fatface"/>
      <p:regular r:id="rId29"/>
    </p:embeddedFont>
    <p:embeddedFont>
      <p:font typeface="Actor"/>
      <p:regular r:id="rId30"/>
    </p:embeddedFont>
    <p:embeddedFont>
      <p:font typeface="Yanone Kaffeesatz"/>
      <p:regular r:id="rId31"/>
      <p:bold r:id="rId32"/>
    </p:embeddedFont>
    <p:embeddedFont>
      <p:font typeface="Francois One"/>
      <p:regular r:id="rId33"/>
    </p:embeddedFont>
    <p:embeddedFont>
      <p:font typeface="DM Serif Display"/>
      <p:regular r:id="rId34"/>
      <p: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JosefinSlab-bold.fntdata"/><Relationship Id="rId25" Type="http://schemas.openxmlformats.org/officeDocument/2006/relationships/font" Target="fonts/JosefinSlab-regular.fntdata"/><Relationship Id="rId28" Type="http://schemas.openxmlformats.org/officeDocument/2006/relationships/font" Target="fonts/JosefinSlab-boldItalic.fntdata"/><Relationship Id="rId27" Type="http://schemas.openxmlformats.org/officeDocument/2006/relationships/font" Target="fonts/JosefinSlab-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brilFatface-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YanoneKaffeesatz-regular.fntdata"/><Relationship Id="rId30" Type="http://schemas.openxmlformats.org/officeDocument/2006/relationships/font" Target="fonts/Actor-regular.fntdata"/><Relationship Id="rId11" Type="http://schemas.openxmlformats.org/officeDocument/2006/relationships/slide" Target="slides/slide7.xml"/><Relationship Id="rId33" Type="http://schemas.openxmlformats.org/officeDocument/2006/relationships/font" Target="fonts/FrancoisOne-regular.fntdata"/><Relationship Id="rId10" Type="http://schemas.openxmlformats.org/officeDocument/2006/relationships/slide" Target="slides/slide6.xml"/><Relationship Id="rId32" Type="http://schemas.openxmlformats.org/officeDocument/2006/relationships/font" Target="fonts/YanoneKaffeesatz-bold.fntdata"/><Relationship Id="rId13" Type="http://schemas.openxmlformats.org/officeDocument/2006/relationships/slide" Target="slides/slide9.xml"/><Relationship Id="rId35" Type="http://schemas.openxmlformats.org/officeDocument/2006/relationships/font" Target="fonts/DMSerifDisplay-italic.fntdata"/><Relationship Id="rId12" Type="http://schemas.openxmlformats.org/officeDocument/2006/relationships/slide" Target="slides/slide8.xml"/><Relationship Id="rId34" Type="http://schemas.openxmlformats.org/officeDocument/2006/relationships/font" Target="fonts/DMSerifDisplay-regular.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eedf4f948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eedf4f948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ecae8417e0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ecae8417e0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cc4eba5a6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cc4eba5a64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cc4eba5a64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cc4eba5a64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eedf4f9481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eedf4f9481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7ed97a74a0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7ed97a74a0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7ed97a74a0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7ed97a74a0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7ed97a74a0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7ed97a74a0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7ed97a74a0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7ed97a74a0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cc4eba5a64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cc4eba5a64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7ed97a74a0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7ed97a74a0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7ed97a74a0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7ed97a74a0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7ed97a74a0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7ed97a74a0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7ed97a74a0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7ed97a74a0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cc4eba5a64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cc4eba5a64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cc4eba5a64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cc4eba5a64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ed14a6df77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ed14a6df7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7ed97a74a0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7ed97a74a0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7ed97a74a0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7ed97a74a0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7ed97a74a0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17ed97a74a0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rot="2700000">
            <a:off x="8181769" y="3208112"/>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 name="Google Shape;10;p2"/>
          <p:cNvGrpSpPr/>
          <p:nvPr/>
        </p:nvGrpSpPr>
        <p:grpSpPr>
          <a:xfrm>
            <a:off x="4066326" y="4029351"/>
            <a:ext cx="1737424" cy="1737425"/>
            <a:chOff x="5279626" y="2678000"/>
            <a:chExt cx="1737424" cy="1737425"/>
          </a:xfrm>
        </p:grpSpPr>
        <p:sp>
          <p:nvSpPr>
            <p:cNvPr id="11" name="Google Shape;11;p2"/>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 name="Google Shape;13;p2"/>
          <p:cNvSpPr/>
          <p:nvPr/>
        </p:nvSpPr>
        <p:spPr>
          <a:xfrm rot="2700000">
            <a:off x="6372949" y="3873354"/>
            <a:ext cx="2041134" cy="204113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2700000">
            <a:off x="-579193" y="-662094"/>
            <a:ext cx="1464135" cy="146413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txBox="1"/>
          <p:nvPr>
            <p:ph type="ctrTitle"/>
          </p:nvPr>
        </p:nvSpPr>
        <p:spPr>
          <a:xfrm>
            <a:off x="713225" y="1239975"/>
            <a:ext cx="4154100" cy="18210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65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6" name="Google Shape;16;p2"/>
          <p:cNvSpPr txBox="1"/>
          <p:nvPr>
            <p:ph idx="1" type="subTitle"/>
          </p:nvPr>
        </p:nvSpPr>
        <p:spPr>
          <a:xfrm>
            <a:off x="713225" y="3050072"/>
            <a:ext cx="2597700" cy="525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rot="2700000">
            <a:off x="1187915" y="1431744"/>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rot="2700000">
            <a:off x="2149968" y="-964787"/>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 name="Google Shape;20;p3"/>
          <p:cNvGrpSpPr/>
          <p:nvPr/>
        </p:nvGrpSpPr>
        <p:grpSpPr>
          <a:xfrm>
            <a:off x="492157" y="11089"/>
            <a:ext cx="1737424" cy="1737425"/>
            <a:chOff x="5279626" y="2678000"/>
            <a:chExt cx="1737424" cy="1737425"/>
          </a:xfrm>
        </p:grpSpPr>
        <p:sp>
          <p:nvSpPr>
            <p:cNvPr id="21" name="Google Shape;21;p3"/>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3"/>
          <p:cNvGrpSpPr/>
          <p:nvPr/>
        </p:nvGrpSpPr>
        <p:grpSpPr>
          <a:xfrm>
            <a:off x="514351" y="3378275"/>
            <a:ext cx="1737424" cy="1737425"/>
            <a:chOff x="5279626" y="2678000"/>
            <a:chExt cx="1737424" cy="1737425"/>
          </a:xfrm>
        </p:grpSpPr>
        <p:sp>
          <p:nvSpPr>
            <p:cNvPr id="24" name="Google Shape;24;p3"/>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2700000">
            <a:off x="4041016" y="238855"/>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2700000">
            <a:off x="-1455291" y="2159303"/>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txBox="1"/>
          <p:nvPr>
            <p:ph hasCustomPrompt="1" type="title"/>
          </p:nvPr>
        </p:nvSpPr>
        <p:spPr>
          <a:xfrm>
            <a:off x="1246875" y="2046000"/>
            <a:ext cx="2162100" cy="1051500"/>
          </a:xfrm>
          <a:prstGeom prst="rect">
            <a:avLst/>
          </a:prstGeom>
        </p:spPr>
        <p:txBody>
          <a:bodyPr anchorCtr="0" anchor="ctr" bIns="91425" lIns="91425" spcFirstLastPara="1" rIns="91425" wrap="square" tIns="91425">
            <a:noAutofit/>
          </a:bodyPr>
          <a:lstStyle>
            <a:lvl1pPr lvl="0" rtl="0">
              <a:spcBef>
                <a:spcPts val="0"/>
              </a:spcBef>
              <a:spcAft>
                <a:spcPts val="0"/>
              </a:spcAft>
              <a:buSzPts val="12000"/>
              <a:buNone/>
              <a:defRPr sz="9600"/>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29" name="Google Shape;29;p3"/>
          <p:cNvSpPr txBox="1"/>
          <p:nvPr>
            <p:ph idx="2" type="title"/>
          </p:nvPr>
        </p:nvSpPr>
        <p:spPr>
          <a:xfrm>
            <a:off x="4958575" y="1781188"/>
            <a:ext cx="3472200" cy="740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8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30" name="Google Shape;30;p3"/>
          <p:cNvSpPr txBox="1"/>
          <p:nvPr>
            <p:ph idx="1" type="subTitle"/>
          </p:nvPr>
        </p:nvSpPr>
        <p:spPr>
          <a:xfrm>
            <a:off x="4958575" y="2621620"/>
            <a:ext cx="3176700" cy="74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p4"/>
          <p:cNvSpPr/>
          <p:nvPr/>
        </p:nvSpPr>
        <p:spPr>
          <a:xfrm rot="2700000">
            <a:off x="8685216" y="3985098"/>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4"/>
          <p:cNvGrpSpPr/>
          <p:nvPr/>
        </p:nvGrpSpPr>
        <p:grpSpPr>
          <a:xfrm>
            <a:off x="7562063" y="-451813"/>
            <a:ext cx="1737424" cy="1737425"/>
            <a:chOff x="5279626" y="2678000"/>
            <a:chExt cx="1737424" cy="1737425"/>
          </a:xfrm>
        </p:grpSpPr>
        <p:sp>
          <p:nvSpPr>
            <p:cNvPr id="34" name="Google Shape;34;p4"/>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4"/>
          <p:cNvSpPr/>
          <p:nvPr/>
        </p:nvSpPr>
        <p:spPr>
          <a:xfrm rot="2700000">
            <a:off x="7941088" y="3771593"/>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txBox="1"/>
          <p:nvPr>
            <p:ph idx="1" type="subTitle"/>
          </p:nvPr>
        </p:nvSpPr>
        <p:spPr>
          <a:xfrm>
            <a:off x="713250" y="1216000"/>
            <a:ext cx="7717500" cy="3383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200"/>
              <a:buChar char="●"/>
              <a:defRPr sz="1200"/>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8" name="Google Shape;38;p4"/>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5"/>
          <p:cNvSpPr/>
          <p:nvPr/>
        </p:nvSpPr>
        <p:spPr>
          <a:xfrm rot="2700000">
            <a:off x="-1887273" y="2927931"/>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rot="2700000">
            <a:off x="-205218" y="4635574"/>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rot="2700000">
            <a:off x="7416388" y="-837657"/>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txBox="1"/>
          <p:nvPr>
            <p:ph idx="1" type="subTitle"/>
          </p:nvPr>
        </p:nvSpPr>
        <p:spPr>
          <a:xfrm>
            <a:off x="1334250" y="2980751"/>
            <a:ext cx="2567400" cy="991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4" name="Google Shape;44;p5"/>
          <p:cNvSpPr txBox="1"/>
          <p:nvPr>
            <p:ph idx="2" type="subTitle"/>
          </p:nvPr>
        </p:nvSpPr>
        <p:spPr>
          <a:xfrm>
            <a:off x="5253875" y="2980751"/>
            <a:ext cx="2567400" cy="991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5" name="Google Shape;45;p5"/>
          <p:cNvSpPr txBox="1"/>
          <p:nvPr>
            <p:ph idx="3" type="subTitle"/>
          </p:nvPr>
        </p:nvSpPr>
        <p:spPr>
          <a:xfrm>
            <a:off x="1334175" y="2457950"/>
            <a:ext cx="2567400" cy="53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2400"/>
              <a:buFont typeface="Yanone Kaffeesatz"/>
              <a:buNone/>
              <a:defRPr sz="2400">
                <a:latin typeface="Yanone Kaffeesatz"/>
                <a:ea typeface="Yanone Kaffeesatz"/>
                <a:cs typeface="Yanone Kaffeesatz"/>
                <a:sym typeface="Yanone Kaffeesatz"/>
              </a:defRPr>
            </a:lvl2pPr>
            <a:lvl3pPr lvl="2" rtl="0">
              <a:spcBef>
                <a:spcPts val="0"/>
              </a:spcBef>
              <a:spcAft>
                <a:spcPts val="0"/>
              </a:spcAft>
              <a:buSzPts val="2400"/>
              <a:buFont typeface="Yanone Kaffeesatz"/>
              <a:buNone/>
              <a:defRPr sz="2400">
                <a:latin typeface="Yanone Kaffeesatz"/>
                <a:ea typeface="Yanone Kaffeesatz"/>
                <a:cs typeface="Yanone Kaffeesatz"/>
                <a:sym typeface="Yanone Kaffeesatz"/>
              </a:defRPr>
            </a:lvl3pPr>
            <a:lvl4pPr lvl="3" rtl="0">
              <a:spcBef>
                <a:spcPts val="0"/>
              </a:spcBef>
              <a:spcAft>
                <a:spcPts val="0"/>
              </a:spcAft>
              <a:buSzPts val="2400"/>
              <a:buFont typeface="Yanone Kaffeesatz"/>
              <a:buNone/>
              <a:defRPr sz="2400">
                <a:latin typeface="Yanone Kaffeesatz"/>
                <a:ea typeface="Yanone Kaffeesatz"/>
                <a:cs typeface="Yanone Kaffeesatz"/>
                <a:sym typeface="Yanone Kaffeesatz"/>
              </a:defRPr>
            </a:lvl4pPr>
            <a:lvl5pPr lvl="4" rtl="0">
              <a:spcBef>
                <a:spcPts val="0"/>
              </a:spcBef>
              <a:spcAft>
                <a:spcPts val="0"/>
              </a:spcAft>
              <a:buSzPts val="2400"/>
              <a:buFont typeface="Yanone Kaffeesatz"/>
              <a:buNone/>
              <a:defRPr sz="2400">
                <a:latin typeface="Yanone Kaffeesatz"/>
                <a:ea typeface="Yanone Kaffeesatz"/>
                <a:cs typeface="Yanone Kaffeesatz"/>
                <a:sym typeface="Yanone Kaffeesatz"/>
              </a:defRPr>
            </a:lvl5pPr>
            <a:lvl6pPr lvl="5" rtl="0">
              <a:spcBef>
                <a:spcPts val="0"/>
              </a:spcBef>
              <a:spcAft>
                <a:spcPts val="0"/>
              </a:spcAft>
              <a:buSzPts val="2400"/>
              <a:buFont typeface="Yanone Kaffeesatz"/>
              <a:buNone/>
              <a:defRPr sz="2400">
                <a:latin typeface="Yanone Kaffeesatz"/>
                <a:ea typeface="Yanone Kaffeesatz"/>
                <a:cs typeface="Yanone Kaffeesatz"/>
                <a:sym typeface="Yanone Kaffeesatz"/>
              </a:defRPr>
            </a:lvl6pPr>
            <a:lvl7pPr lvl="6" rtl="0">
              <a:spcBef>
                <a:spcPts val="0"/>
              </a:spcBef>
              <a:spcAft>
                <a:spcPts val="0"/>
              </a:spcAft>
              <a:buSzPts val="2400"/>
              <a:buFont typeface="Yanone Kaffeesatz"/>
              <a:buNone/>
              <a:defRPr sz="2400">
                <a:latin typeface="Yanone Kaffeesatz"/>
                <a:ea typeface="Yanone Kaffeesatz"/>
                <a:cs typeface="Yanone Kaffeesatz"/>
                <a:sym typeface="Yanone Kaffeesatz"/>
              </a:defRPr>
            </a:lvl7pPr>
            <a:lvl8pPr lvl="7" rtl="0">
              <a:spcBef>
                <a:spcPts val="0"/>
              </a:spcBef>
              <a:spcAft>
                <a:spcPts val="0"/>
              </a:spcAft>
              <a:buSzPts val="2400"/>
              <a:buFont typeface="Yanone Kaffeesatz"/>
              <a:buNone/>
              <a:defRPr sz="2400">
                <a:latin typeface="Yanone Kaffeesatz"/>
                <a:ea typeface="Yanone Kaffeesatz"/>
                <a:cs typeface="Yanone Kaffeesatz"/>
                <a:sym typeface="Yanone Kaffeesatz"/>
              </a:defRPr>
            </a:lvl8pPr>
            <a:lvl9pPr lvl="8" rtl="0">
              <a:spcBef>
                <a:spcPts val="0"/>
              </a:spcBef>
              <a:spcAft>
                <a:spcPts val="0"/>
              </a:spcAft>
              <a:buSzPts val="2400"/>
              <a:buFont typeface="Yanone Kaffeesatz"/>
              <a:buNone/>
              <a:defRPr sz="2400">
                <a:latin typeface="Yanone Kaffeesatz"/>
                <a:ea typeface="Yanone Kaffeesatz"/>
                <a:cs typeface="Yanone Kaffeesatz"/>
                <a:sym typeface="Yanone Kaffeesatz"/>
              </a:defRPr>
            </a:lvl9pPr>
          </a:lstStyle>
          <a:p/>
        </p:txBody>
      </p:sp>
      <p:sp>
        <p:nvSpPr>
          <p:cNvPr id="46" name="Google Shape;46;p5"/>
          <p:cNvSpPr txBox="1"/>
          <p:nvPr>
            <p:ph idx="4" type="subTitle"/>
          </p:nvPr>
        </p:nvSpPr>
        <p:spPr>
          <a:xfrm>
            <a:off x="5253860" y="2457939"/>
            <a:ext cx="2567400" cy="53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2400"/>
              <a:buFont typeface="Yanone Kaffeesatz"/>
              <a:buNone/>
              <a:defRPr sz="2400">
                <a:latin typeface="Yanone Kaffeesatz"/>
                <a:ea typeface="Yanone Kaffeesatz"/>
                <a:cs typeface="Yanone Kaffeesatz"/>
                <a:sym typeface="Yanone Kaffeesatz"/>
              </a:defRPr>
            </a:lvl2pPr>
            <a:lvl3pPr lvl="2" rtl="0">
              <a:spcBef>
                <a:spcPts val="0"/>
              </a:spcBef>
              <a:spcAft>
                <a:spcPts val="0"/>
              </a:spcAft>
              <a:buSzPts val="2400"/>
              <a:buFont typeface="Yanone Kaffeesatz"/>
              <a:buNone/>
              <a:defRPr sz="2400">
                <a:latin typeface="Yanone Kaffeesatz"/>
                <a:ea typeface="Yanone Kaffeesatz"/>
                <a:cs typeface="Yanone Kaffeesatz"/>
                <a:sym typeface="Yanone Kaffeesatz"/>
              </a:defRPr>
            </a:lvl3pPr>
            <a:lvl4pPr lvl="3" rtl="0">
              <a:spcBef>
                <a:spcPts val="0"/>
              </a:spcBef>
              <a:spcAft>
                <a:spcPts val="0"/>
              </a:spcAft>
              <a:buSzPts val="2400"/>
              <a:buFont typeface="Yanone Kaffeesatz"/>
              <a:buNone/>
              <a:defRPr sz="2400">
                <a:latin typeface="Yanone Kaffeesatz"/>
                <a:ea typeface="Yanone Kaffeesatz"/>
                <a:cs typeface="Yanone Kaffeesatz"/>
                <a:sym typeface="Yanone Kaffeesatz"/>
              </a:defRPr>
            </a:lvl4pPr>
            <a:lvl5pPr lvl="4" rtl="0">
              <a:spcBef>
                <a:spcPts val="0"/>
              </a:spcBef>
              <a:spcAft>
                <a:spcPts val="0"/>
              </a:spcAft>
              <a:buSzPts val="2400"/>
              <a:buFont typeface="Yanone Kaffeesatz"/>
              <a:buNone/>
              <a:defRPr sz="2400">
                <a:latin typeface="Yanone Kaffeesatz"/>
                <a:ea typeface="Yanone Kaffeesatz"/>
                <a:cs typeface="Yanone Kaffeesatz"/>
                <a:sym typeface="Yanone Kaffeesatz"/>
              </a:defRPr>
            </a:lvl5pPr>
            <a:lvl6pPr lvl="5" rtl="0">
              <a:spcBef>
                <a:spcPts val="0"/>
              </a:spcBef>
              <a:spcAft>
                <a:spcPts val="0"/>
              </a:spcAft>
              <a:buSzPts val="2400"/>
              <a:buFont typeface="Yanone Kaffeesatz"/>
              <a:buNone/>
              <a:defRPr sz="2400">
                <a:latin typeface="Yanone Kaffeesatz"/>
                <a:ea typeface="Yanone Kaffeesatz"/>
                <a:cs typeface="Yanone Kaffeesatz"/>
                <a:sym typeface="Yanone Kaffeesatz"/>
              </a:defRPr>
            </a:lvl6pPr>
            <a:lvl7pPr lvl="6" rtl="0">
              <a:spcBef>
                <a:spcPts val="0"/>
              </a:spcBef>
              <a:spcAft>
                <a:spcPts val="0"/>
              </a:spcAft>
              <a:buSzPts val="2400"/>
              <a:buFont typeface="Yanone Kaffeesatz"/>
              <a:buNone/>
              <a:defRPr sz="2400">
                <a:latin typeface="Yanone Kaffeesatz"/>
                <a:ea typeface="Yanone Kaffeesatz"/>
                <a:cs typeface="Yanone Kaffeesatz"/>
                <a:sym typeface="Yanone Kaffeesatz"/>
              </a:defRPr>
            </a:lvl7pPr>
            <a:lvl8pPr lvl="7" rtl="0">
              <a:spcBef>
                <a:spcPts val="0"/>
              </a:spcBef>
              <a:spcAft>
                <a:spcPts val="0"/>
              </a:spcAft>
              <a:buSzPts val="2400"/>
              <a:buFont typeface="Yanone Kaffeesatz"/>
              <a:buNone/>
              <a:defRPr sz="2400">
                <a:latin typeface="Yanone Kaffeesatz"/>
                <a:ea typeface="Yanone Kaffeesatz"/>
                <a:cs typeface="Yanone Kaffeesatz"/>
                <a:sym typeface="Yanone Kaffeesatz"/>
              </a:defRPr>
            </a:lvl8pPr>
            <a:lvl9pPr lvl="8" rtl="0">
              <a:spcBef>
                <a:spcPts val="0"/>
              </a:spcBef>
              <a:spcAft>
                <a:spcPts val="0"/>
              </a:spcAft>
              <a:buSzPts val="2400"/>
              <a:buFont typeface="Yanone Kaffeesatz"/>
              <a:buNone/>
              <a:defRPr sz="2400">
                <a:latin typeface="Yanone Kaffeesatz"/>
                <a:ea typeface="Yanone Kaffeesatz"/>
                <a:cs typeface="Yanone Kaffeesatz"/>
                <a:sym typeface="Yanone Kaffeesatz"/>
              </a:defRPr>
            </a:lvl9pPr>
          </a:lstStyle>
          <a:p/>
        </p:txBody>
      </p:sp>
      <p:sp>
        <p:nvSpPr>
          <p:cNvPr id="47" name="Google Shape;47;p5"/>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6"/>
          <p:cNvSpPr/>
          <p:nvPr/>
        </p:nvSpPr>
        <p:spPr>
          <a:xfrm rot="2700000">
            <a:off x="5980027" y="-1551156"/>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 name="Google Shape;50;p6"/>
          <p:cNvGrpSpPr/>
          <p:nvPr/>
        </p:nvGrpSpPr>
        <p:grpSpPr>
          <a:xfrm>
            <a:off x="7733513" y="2835742"/>
            <a:ext cx="1737424" cy="1737425"/>
            <a:chOff x="5279626" y="2678000"/>
            <a:chExt cx="1737424" cy="1737425"/>
          </a:xfrm>
        </p:grpSpPr>
        <p:sp>
          <p:nvSpPr>
            <p:cNvPr id="51" name="Google Shape;51;p6"/>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6"/>
          <p:cNvSpPr/>
          <p:nvPr/>
        </p:nvSpPr>
        <p:spPr>
          <a:xfrm rot="2700000">
            <a:off x="7672390" y="145381"/>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rot="2700000">
            <a:off x="9555900" y="1353173"/>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rot="2700000">
            <a:off x="6520648" y="4278420"/>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7" name="Shape 57"/>
        <p:cNvGrpSpPr/>
        <p:nvPr/>
      </p:nvGrpSpPr>
      <p:grpSpPr>
        <a:xfrm>
          <a:off x="0" y="0"/>
          <a:ext cx="0" cy="0"/>
          <a:chOff x="0" y="0"/>
          <a:chExt cx="0" cy="0"/>
        </a:xfrm>
      </p:grpSpPr>
      <p:sp>
        <p:nvSpPr>
          <p:cNvPr id="58" name="Google Shape;58;p7"/>
          <p:cNvSpPr/>
          <p:nvPr/>
        </p:nvSpPr>
        <p:spPr>
          <a:xfrm rot="2700000">
            <a:off x="1876663" y="-636521"/>
            <a:ext cx="1228669"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7"/>
          <p:cNvGrpSpPr/>
          <p:nvPr/>
        </p:nvGrpSpPr>
        <p:grpSpPr>
          <a:xfrm>
            <a:off x="-844949" y="1578562"/>
            <a:ext cx="1737424" cy="1737425"/>
            <a:chOff x="5279626" y="2678000"/>
            <a:chExt cx="1737424" cy="1737425"/>
          </a:xfrm>
        </p:grpSpPr>
        <p:sp>
          <p:nvSpPr>
            <p:cNvPr id="60" name="Google Shape;60;p7"/>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7"/>
          <p:cNvSpPr/>
          <p:nvPr/>
        </p:nvSpPr>
        <p:spPr>
          <a:xfrm rot="2700000">
            <a:off x="1506365" y="1329450"/>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p:nvPr/>
        </p:nvSpPr>
        <p:spPr>
          <a:xfrm rot="2700000">
            <a:off x="3419196" y="2514271"/>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txBox="1"/>
          <p:nvPr>
            <p:ph idx="1" type="subTitle"/>
          </p:nvPr>
        </p:nvSpPr>
        <p:spPr>
          <a:xfrm>
            <a:off x="4572000" y="1540962"/>
            <a:ext cx="3858900" cy="2776200"/>
          </a:xfrm>
          <a:prstGeom prst="rect">
            <a:avLst/>
          </a:prstGeom>
        </p:spPr>
        <p:txBody>
          <a:bodyPr anchorCtr="0" anchor="ctr" bIns="91425" lIns="91425" spcFirstLastPara="1" rIns="91425" wrap="square" tIns="91425">
            <a:noAutofit/>
          </a:bodyPr>
          <a:lstStyle>
            <a:lvl1pPr lvl="0" rtl="0">
              <a:spcBef>
                <a:spcPts val="0"/>
              </a:spcBef>
              <a:spcAft>
                <a:spcPts val="0"/>
              </a:spcAft>
              <a:buSzPts val="1000"/>
              <a:buFont typeface="Anaheim"/>
              <a:buChar char="●"/>
              <a:defRPr/>
            </a:lvl1pPr>
            <a:lvl2pPr lvl="1" rtl="0">
              <a:spcBef>
                <a:spcPts val="0"/>
              </a:spcBef>
              <a:spcAft>
                <a:spcPts val="0"/>
              </a:spcAft>
              <a:buSzPts val="1400"/>
              <a:buFont typeface="Anaheim"/>
              <a:buChar char="○"/>
              <a:defRPr/>
            </a:lvl2pPr>
            <a:lvl3pPr lvl="2" rtl="0">
              <a:spcBef>
                <a:spcPts val="0"/>
              </a:spcBef>
              <a:spcAft>
                <a:spcPts val="0"/>
              </a:spcAft>
              <a:buSzPts val="1400"/>
              <a:buFont typeface="Anaheim"/>
              <a:buChar char="■"/>
              <a:defRPr/>
            </a:lvl3pPr>
            <a:lvl4pPr lvl="3" rtl="0">
              <a:spcBef>
                <a:spcPts val="0"/>
              </a:spcBef>
              <a:spcAft>
                <a:spcPts val="0"/>
              </a:spcAft>
              <a:buSzPts val="1400"/>
              <a:buFont typeface="Anaheim"/>
              <a:buChar char="●"/>
              <a:defRPr/>
            </a:lvl4pPr>
            <a:lvl5pPr lvl="4" rtl="0">
              <a:spcBef>
                <a:spcPts val="0"/>
              </a:spcBef>
              <a:spcAft>
                <a:spcPts val="0"/>
              </a:spcAft>
              <a:buSzPts val="1400"/>
              <a:buFont typeface="Anaheim"/>
              <a:buChar char="○"/>
              <a:defRPr/>
            </a:lvl5pPr>
            <a:lvl6pPr lvl="5" rtl="0">
              <a:spcBef>
                <a:spcPts val="0"/>
              </a:spcBef>
              <a:spcAft>
                <a:spcPts val="0"/>
              </a:spcAft>
              <a:buSzPts val="1400"/>
              <a:buFont typeface="Anaheim"/>
              <a:buChar char="■"/>
              <a:defRPr/>
            </a:lvl6pPr>
            <a:lvl7pPr lvl="6" rtl="0">
              <a:spcBef>
                <a:spcPts val="0"/>
              </a:spcBef>
              <a:spcAft>
                <a:spcPts val="0"/>
              </a:spcAft>
              <a:buSzPts val="1400"/>
              <a:buFont typeface="Anaheim"/>
              <a:buChar char="●"/>
              <a:defRPr/>
            </a:lvl7pPr>
            <a:lvl8pPr lvl="7" rtl="0">
              <a:spcBef>
                <a:spcPts val="0"/>
              </a:spcBef>
              <a:spcAft>
                <a:spcPts val="0"/>
              </a:spcAft>
              <a:buSzPts val="1400"/>
              <a:buFont typeface="Anaheim"/>
              <a:buChar char="○"/>
              <a:defRPr/>
            </a:lvl8pPr>
            <a:lvl9pPr lvl="8" rtl="0">
              <a:spcBef>
                <a:spcPts val="0"/>
              </a:spcBef>
              <a:spcAft>
                <a:spcPts val="0"/>
              </a:spcAft>
              <a:buSzPts val="1400"/>
              <a:buFont typeface="Anaheim"/>
              <a:buChar char="■"/>
              <a:defRPr/>
            </a:lvl9pPr>
          </a:lstStyle>
          <a:p/>
        </p:txBody>
      </p:sp>
      <p:sp>
        <p:nvSpPr>
          <p:cNvPr id="65" name="Google Shape;65;p7"/>
          <p:cNvSpPr txBox="1"/>
          <p:nvPr>
            <p:ph type="title"/>
          </p:nvPr>
        </p:nvSpPr>
        <p:spPr>
          <a:xfrm>
            <a:off x="4572000" y="811062"/>
            <a:ext cx="3858900" cy="592800"/>
          </a:xfrm>
          <a:prstGeom prst="rect">
            <a:avLst/>
          </a:prstGeom>
          <a:noFill/>
        </p:spPr>
        <p:txBody>
          <a:bodyPr anchorCtr="0" anchor="ctr" bIns="91425" lIns="91425" spcFirstLastPara="1" rIns="91425" wrap="square" tIns="91425">
            <a:noAutofit/>
          </a:bodyPr>
          <a:lstStyle>
            <a:lvl1pPr lvl="0" rtl="0" algn="l">
              <a:lnSpc>
                <a:spcPct val="75000"/>
              </a:lnSpc>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sp>
        <p:nvSpPr>
          <p:cNvPr id="67" name="Google Shape;67;p8"/>
          <p:cNvSpPr/>
          <p:nvPr/>
        </p:nvSpPr>
        <p:spPr>
          <a:xfrm rot="2700000">
            <a:off x="-341817" y="20504"/>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rot="2700000">
            <a:off x="-1718498" y="3951143"/>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 name="Google Shape;69;p8"/>
          <p:cNvGrpSpPr/>
          <p:nvPr/>
        </p:nvGrpSpPr>
        <p:grpSpPr>
          <a:xfrm>
            <a:off x="-1017651" y="1985662"/>
            <a:ext cx="1737424" cy="1737425"/>
            <a:chOff x="5279626" y="2678000"/>
            <a:chExt cx="1737424" cy="1737425"/>
          </a:xfrm>
        </p:grpSpPr>
        <p:sp>
          <p:nvSpPr>
            <p:cNvPr id="70" name="Google Shape;70;p8"/>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 name="Google Shape;72;p8"/>
          <p:cNvSpPr/>
          <p:nvPr/>
        </p:nvSpPr>
        <p:spPr>
          <a:xfrm rot="2700000">
            <a:off x="623853" y="2160943"/>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txBox="1"/>
          <p:nvPr>
            <p:ph type="ctrTitle"/>
          </p:nvPr>
        </p:nvSpPr>
        <p:spPr>
          <a:xfrm>
            <a:off x="3057775" y="1323150"/>
            <a:ext cx="5373000" cy="24972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SzPts val="5200"/>
              <a:buNone/>
              <a:defRPr sz="9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 name="Shape 74"/>
        <p:cNvGrpSpPr/>
        <p:nvPr/>
      </p:nvGrpSpPr>
      <p:grpSpPr>
        <a:xfrm>
          <a:off x="0" y="0"/>
          <a:ext cx="0" cy="0"/>
          <a:chOff x="0" y="0"/>
          <a:chExt cx="0" cy="0"/>
        </a:xfrm>
      </p:grpSpPr>
      <p:sp>
        <p:nvSpPr>
          <p:cNvPr id="75" name="Google Shape;75;p9"/>
          <p:cNvSpPr/>
          <p:nvPr/>
        </p:nvSpPr>
        <p:spPr>
          <a:xfrm rot="2700000">
            <a:off x="6835733" y="251424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rot="2700000">
            <a:off x="8317643" y="1332915"/>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9"/>
          <p:cNvGrpSpPr/>
          <p:nvPr/>
        </p:nvGrpSpPr>
        <p:grpSpPr>
          <a:xfrm>
            <a:off x="3701166" y="3540678"/>
            <a:ext cx="1737424" cy="1737425"/>
            <a:chOff x="5279626" y="2678000"/>
            <a:chExt cx="1737424" cy="1737425"/>
          </a:xfrm>
        </p:grpSpPr>
        <p:sp>
          <p:nvSpPr>
            <p:cNvPr id="78" name="Google Shape;78;p9"/>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9"/>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 name="Google Shape;80;p9"/>
          <p:cNvSpPr/>
          <p:nvPr/>
        </p:nvSpPr>
        <p:spPr>
          <a:xfrm rot="2700000">
            <a:off x="6100826" y="2577953"/>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9"/>
          <p:cNvSpPr/>
          <p:nvPr/>
        </p:nvSpPr>
        <p:spPr>
          <a:xfrm flipH="1" rot="-2700000">
            <a:off x="1706854" y="4200487"/>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9"/>
          <p:cNvSpPr/>
          <p:nvPr/>
        </p:nvSpPr>
        <p:spPr>
          <a:xfrm flipH="1" rot="-2700000">
            <a:off x="-492749" y="1412276"/>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9"/>
          <p:cNvSpPr/>
          <p:nvPr/>
        </p:nvSpPr>
        <p:spPr>
          <a:xfrm flipH="1" rot="-2700000">
            <a:off x="2891960" y="2598662"/>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txBox="1"/>
          <p:nvPr>
            <p:ph idx="1" type="subTitle"/>
          </p:nvPr>
        </p:nvSpPr>
        <p:spPr>
          <a:xfrm>
            <a:off x="1797900" y="1475644"/>
            <a:ext cx="5548200" cy="99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8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85" name="Google Shape;85;p9"/>
          <p:cNvSpPr txBox="1"/>
          <p:nvPr>
            <p:ph type="title"/>
          </p:nvPr>
        </p:nvSpPr>
        <p:spPr>
          <a:xfrm>
            <a:off x="713250" y="768100"/>
            <a:ext cx="7717500" cy="5394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Font typeface="Caveat"/>
              <a:buNone/>
              <a:defRPr sz="48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10"/>
          <p:cNvSpPr/>
          <p:nvPr/>
        </p:nvSpPr>
        <p:spPr>
          <a:xfrm>
            <a:off x="0" y="-19050"/>
            <a:ext cx="9144000" cy="5143500"/>
          </a:xfrm>
          <a:prstGeom prst="rect">
            <a:avLst/>
          </a:prstGeom>
          <a:solidFill>
            <a:srgbClr val="282938">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0"/>
          <p:cNvSpPr/>
          <p:nvPr/>
        </p:nvSpPr>
        <p:spPr>
          <a:xfrm rot="2700000">
            <a:off x="4456684" y="2757065"/>
            <a:ext cx="3501027" cy="3501027"/>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 name="Google Shape;89;p10"/>
          <p:cNvGrpSpPr/>
          <p:nvPr/>
        </p:nvGrpSpPr>
        <p:grpSpPr>
          <a:xfrm>
            <a:off x="-1073549" y="3178762"/>
            <a:ext cx="1737424" cy="1737425"/>
            <a:chOff x="5279626" y="2678000"/>
            <a:chExt cx="1737424" cy="1737425"/>
          </a:xfrm>
        </p:grpSpPr>
        <p:sp>
          <p:nvSpPr>
            <p:cNvPr id="90" name="Google Shape;90;p10"/>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0"/>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10"/>
          <p:cNvSpPr txBox="1"/>
          <p:nvPr>
            <p:ph type="title"/>
          </p:nvPr>
        </p:nvSpPr>
        <p:spPr>
          <a:xfrm>
            <a:off x="4330700" y="3096088"/>
            <a:ext cx="3753000" cy="1547700"/>
          </a:xfrm>
          <a:prstGeom prst="rect">
            <a:avLst/>
          </a:prstGeom>
          <a:noFill/>
          <a:effectLst>
            <a:outerShdw blurRad="328613" rotWithShape="0" algn="bl" dir="2580000" dist="47625">
              <a:schemeClr val="lt1"/>
            </a:outerShdw>
          </a:effectLst>
        </p:spPr>
        <p:txBody>
          <a:bodyPr anchorCtr="0" anchor="ctr" bIns="91425" lIns="91425" spcFirstLastPara="1" rIns="91425" wrap="square" tIns="91425">
            <a:noAutofit/>
          </a:bodyPr>
          <a:lstStyle>
            <a:lvl1pPr lvl="0" rtl="0">
              <a:spcBef>
                <a:spcPts val="0"/>
              </a:spcBef>
              <a:spcAft>
                <a:spcPts val="0"/>
              </a:spcAft>
              <a:buSzPts val="45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11"/>
          <p:cNvSpPr/>
          <p:nvPr/>
        </p:nvSpPr>
        <p:spPr>
          <a:xfrm rot="2700000">
            <a:off x="6162141" y="-141645"/>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1"/>
          <p:cNvSpPr/>
          <p:nvPr/>
        </p:nvSpPr>
        <p:spPr>
          <a:xfrm rot="2700000">
            <a:off x="7329459" y="3662791"/>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rot="2700000">
            <a:off x="5636488" y="197715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txBox="1"/>
          <p:nvPr>
            <p:ph hasCustomPrompt="1" type="title"/>
          </p:nvPr>
        </p:nvSpPr>
        <p:spPr>
          <a:xfrm>
            <a:off x="713224" y="1724550"/>
            <a:ext cx="4239300" cy="1325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9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8" name="Google Shape;98;p11"/>
          <p:cNvSpPr txBox="1"/>
          <p:nvPr>
            <p:ph idx="1" type="body"/>
          </p:nvPr>
        </p:nvSpPr>
        <p:spPr>
          <a:xfrm>
            <a:off x="713213" y="3125850"/>
            <a:ext cx="4239300" cy="369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a:lvl2pPr>
            <a:lvl3pPr indent="-330200" lvl="2" marL="1371600" rtl="0" algn="ctr">
              <a:spcBef>
                <a:spcPts val="0"/>
              </a:spcBef>
              <a:spcAft>
                <a:spcPts val="0"/>
              </a:spcAft>
              <a:buSzPts val="1600"/>
              <a:buChar char="■"/>
              <a:defRPr/>
            </a:lvl3pPr>
            <a:lvl4pPr indent="-330200" lvl="3" marL="1828800" rtl="0" algn="ctr">
              <a:spcBef>
                <a:spcPts val="0"/>
              </a:spcBef>
              <a:spcAft>
                <a:spcPts val="0"/>
              </a:spcAft>
              <a:buSzPts val="1600"/>
              <a:buChar char="●"/>
              <a:defRPr/>
            </a:lvl4pPr>
            <a:lvl5pPr indent="-330200" lvl="4" marL="2286000" rtl="0" algn="ctr">
              <a:spcBef>
                <a:spcPts val="0"/>
              </a:spcBef>
              <a:spcAft>
                <a:spcPts val="0"/>
              </a:spcAft>
              <a:buSzPts val="1600"/>
              <a:buChar char="○"/>
              <a:defRPr/>
            </a:lvl5pPr>
            <a:lvl6pPr indent="-330200" lvl="5" marL="2743200" rtl="0" algn="ctr">
              <a:spcBef>
                <a:spcPts val="0"/>
              </a:spcBef>
              <a:spcAft>
                <a:spcPts val="0"/>
              </a:spcAft>
              <a:buSzPts val="1600"/>
              <a:buChar char="■"/>
              <a:defRPr/>
            </a:lvl6pPr>
            <a:lvl7pPr indent="-330200" lvl="6" marL="3200400" rtl="0" algn="ctr">
              <a:spcBef>
                <a:spcPts val="0"/>
              </a:spcBef>
              <a:spcAft>
                <a:spcPts val="0"/>
              </a:spcAft>
              <a:buSzPts val="1600"/>
              <a:buChar char="●"/>
              <a:defRPr/>
            </a:lvl7pPr>
            <a:lvl8pPr indent="-330200" lvl="7" marL="3657600" rtl="0" algn="ctr">
              <a:spcBef>
                <a:spcPts val="0"/>
              </a:spcBef>
              <a:spcAft>
                <a:spcPts val="0"/>
              </a:spcAft>
              <a:buSzPts val="1600"/>
              <a:buChar char="○"/>
              <a:defRPr/>
            </a:lvl8pPr>
            <a:lvl9pPr indent="-330200" lvl="8" marL="4114800" rtl="0" algn="ctr">
              <a:spcBef>
                <a:spcPts val="0"/>
              </a:spcBef>
              <a:spcAft>
                <a:spcPts val="0"/>
              </a:spcAft>
              <a:buSzPts val="16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9" name="Shape 9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43">
    <p:spTree>
      <p:nvGrpSpPr>
        <p:cNvPr id="100" name="Shape 100"/>
        <p:cNvGrpSpPr/>
        <p:nvPr/>
      </p:nvGrpSpPr>
      <p:grpSpPr>
        <a:xfrm>
          <a:off x="0" y="0"/>
          <a:ext cx="0" cy="0"/>
          <a:chOff x="0" y="0"/>
          <a:chExt cx="0" cy="0"/>
        </a:xfrm>
      </p:grpSpPr>
      <p:grpSp>
        <p:nvGrpSpPr>
          <p:cNvPr id="101" name="Google Shape;101;p13"/>
          <p:cNvGrpSpPr/>
          <p:nvPr/>
        </p:nvGrpSpPr>
        <p:grpSpPr>
          <a:xfrm>
            <a:off x="-690049" y="4348075"/>
            <a:ext cx="1737424" cy="1737425"/>
            <a:chOff x="5279626" y="2678000"/>
            <a:chExt cx="1737424" cy="1737425"/>
          </a:xfrm>
        </p:grpSpPr>
        <p:sp>
          <p:nvSpPr>
            <p:cNvPr id="102" name="Google Shape;102;p13"/>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3"/>
          <p:cNvSpPr/>
          <p:nvPr/>
        </p:nvSpPr>
        <p:spPr>
          <a:xfrm rot="2700000">
            <a:off x="7977890" y="-180444"/>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txBox="1"/>
          <p:nvPr>
            <p:ph idx="1" type="subTitle"/>
          </p:nvPr>
        </p:nvSpPr>
        <p:spPr>
          <a:xfrm>
            <a:off x="1661486" y="1541050"/>
            <a:ext cx="2912700" cy="63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Francois One"/>
              <a:buNone/>
              <a:defRPr sz="2600">
                <a:latin typeface="DM Serif Display"/>
                <a:ea typeface="DM Serif Display"/>
                <a:cs typeface="DM Serif Display"/>
                <a:sym typeface="DM Serif Display"/>
              </a:defRPr>
            </a:lvl1pPr>
            <a:lvl2pPr lvl="1" rtl="0">
              <a:spcBef>
                <a:spcPts val="0"/>
              </a:spcBef>
              <a:spcAft>
                <a:spcPts val="0"/>
              </a:spcAft>
              <a:buSzPts val="2400"/>
              <a:buFont typeface="Francois One"/>
              <a:buNone/>
              <a:defRPr sz="2400">
                <a:latin typeface="Francois One"/>
                <a:ea typeface="Francois One"/>
                <a:cs typeface="Francois One"/>
                <a:sym typeface="Francois One"/>
              </a:defRPr>
            </a:lvl2pPr>
            <a:lvl3pPr lvl="2" rtl="0">
              <a:spcBef>
                <a:spcPts val="0"/>
              </a:spcBef>
              <a:spcAft>
                <a:spcPts val="0"/>
              </a:spcAft>
              <a:buSzPts val="2400"/>
              <a:buFont typeface="Francois One"/>
              <a:buNone/>
              <a:defRPr sz="2400">
                <a:latin typeface="Francois One"/>
                <a:ea typeface="Francois One"/>
                <a:cs typeface="Francois One"/>
                <a:sym typeface="Francois One"/>
              </a:defRPr>
            </a:lvl3pPr>
            <a:lvl4pPr lvl="3" rtl="0">
              <a:spcBef>
                <a:spcPts val="0"/>
              </a:spcBef>
              <a:spcAft>
                <a:spcPts val="0"/>
              </a:spcAft>
              <a:buSzPts val="2400"/>
              <a:buFont typeface="Francois One"/>
              <a:buNone/>
              <a:defRPr sz="2400">
                <a:latin typeface="Francois One"/>
                <a:ea typeface="Francois One"/>
                <a:cs typeface="Francois One"/>
                <a:sym typeface="Francois One"/>
              </a:defRPr>
            </a:lvl4pPr>
            <a:lvl5pPr lvl="4" rtl="0">
              <a:spcBef>
                <a:spcPts val="0"/>
              </a:spcBef>
              <a:spcAft>
                <a:spcPts val="0"/>
              </a:spcAft>
              <a:buSzPts val="2400"/>
              <a:buFont typeface="Francois One"/>
              <a:buNone/>
              <a:defRPr sz="2400">
                <a:latin typeface="Francois One"/>
                <a:ea typeface="Francois One"/>
                <a:cs typeface="Francois One"/>
                <a:sym typeface="Francois One"/>
              </a:defRPr>
            </a:lvl5pPr>
            <a:lvl6pPr lvl="5" rtl="0">
              <a:spcBef>
                <a:spcPts val="0"/>
              </a:spcBef>
              <a:spcAft>
                <a:spcPts val="0"/>
              </a:spcAft>
              <a:buSzPts val="2400"/>
              <a:buFont typeface="Francois One"/>
              <a:buNone/>
              <a:defRPr sz="2400">
                <a:latin typeface="Francois One"/>
                <a:ea typeface="Francois One"/>
                <a:cs typeface="Francois One"/>
                <a:sym typeface="Francois One"/>
              </a:defRPr>
            </a:lvl6pPr>
            <a:lvl7pPr lvl="6" rtl="0">
              <a:spcBef>
                <a:spcPts val="0"/>
              </a:spcBef>
              <a:spcAft>
                <a:spcPts val="0"/>
              </a:spcAft>
              <a:buSzPts val="2400"/>
              <a:buFont typeface="Francois One"/>
              <a:buNone/>
              <a:defRPr sz="2400">
                <a:latin typeface="Francois One"/>
                <a:ea typeface="Francois One"/>
                <a:cs typeface="Francois One"/>
                <a:sym typeface="Francois One"/>
              </a:defRPr>
            </a:lvl7pPr>
            <a:lvl8pPr lvl="7" rtl="0">
              <a:spcBef>
                <a:spcPts val="0"/>
              </a:spcBef>
              <a:spcAft>
                <a:spcPts val="0"/>
              </a:spcAft>
              <a:buSzPts val="2400"/>
              <a:buFont typeface="Francois One"/>
              <a:buNone/>
              <a:defRPr sz="2400">
                <a:latin typeface="Francois One"/>
                <a:ea typeface="Francois One"/>
                <a:cs typeface="Francois One"/>
                <a:sym typeface="Francois One"/>
              </a:defRPr>
            </a:lvl8pPr>
            <a:lvl9pPr lvl="8" rtl="0">
              <a:spcBef>
                <a:spcPts val="0"/>
              </a:spcBef>
              <a:spcAft>
                <a:spcPts val="0"/>
              </a:spcAft>
              <a:buSzPts val="2400"/>
              <a:buFont typeface="Francois One"/>
              <a:buNone/>
              <a:defRPr sz="2400">
                <a:latin typeface="Francois One"/>
                <a:ea typeface="Francois One"/>
                <a:cs typeface="Francois One"/>
                <a:sym typeface="Francois One"/>
              </a:defRPr>
            </a:lvl9pPr>
          </a:lstStyle>
          <a:p/>
        </p:txBody>
      </p:sp>
      <p:sp>
        <p:nvSpPr>
          <p:cNvPr id="106" name="Google Shape;106;p13"/>
          <p:cNvSpPr txBox="1"/>
          <p:nvPr>
            <p:ph hasCustomPrompt="1" type="title"/>
          </p:nvPr>
        </p:nvSpPr>
        <p:spPr>
          <a:xfrm>
            <a:off x="890553" y="1835632"/>
            <a:ext cx="595800" cy="52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3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107" name="Google Shape;107;p13"/>
          <p:cNvSpPr txBox="1"/>
          <p:nvPr>
            <p:ph idx="2" type="subTitle"/>
          </p:nvPr>
        </p:nvSpPr>
        <p:spPr>
          <a:xfrm>
            <a:off x="1661486" y="2056097"/>
            <a:ext cx="2912700" cy="5241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08" name="Google Shape;108;p13"/>
          <p:cNvSpPr txBox="1"/>
          <p:nvPr>
            <p:ph idx="3" type="subTitle"/>
          </p:nvPr>
        </p:nvSpPr>
        <p:spPr>
          <a:xfrm>
            <a:off x="5520231" y="1541050"/>
            <a:ext cx="2912700" cy="63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Francois One"/>
              <a:buNone/>
              <a:defRPr sz="2600">
                <a:latin typeface="DM Serif Display"/>
                <a:ea typeface="DM Serif Display"/>
                <a:cs typeface="DM Serif Display"/>
                <a:sym typeface="DM Serif Display"/>
              </a:defRPr>
            </a:lvl1pPr>
            <a:lvl2pPr lvl="1" rtl="0">
              <a:spcBef>
                <a:spcPts val="0"/>
              </a:spcBef>
              <a:spcAft>
                <a:spcPts val="0"/>
              </a:spcAft>
              <a:buSzPts val="2400"/>
              <a:buFont typeface="Francois One"/>
              <a:buNone/>
              <a:defRPr sz="2400">
                <a:latin typeface="Francois One"/>
                <a:ea typeface="Francois One"/>
                <a:cs typeface="Francois One"/>
                <a:sym typeface="Francois One"/>
              </a:defRPr>
            </a:lvl2pPr>
            <a:lvl3pPr lvl="2" rtl="0">
              <a:spcBef>
                <a:spcPts val="0"/>
              </a:spcBef>
              <a:spcAft>
                <a:spcPts val="0"/>
              </a:spcAft>
              <a:buSzPts val="2400"/>
              <a:buFont typeface="Francois One"/>
              <a:buNone/>
              <a:defRPr sz="2400">
                <a:latin typeface="Francois One"/>
                <a:ea typeface="Francois One"/>
                <a:cs typeface="Francois One"/>
                <a:sym typeface="Francois One"/>
              </a:defRPr>
            </a:lvl3pPr>
            <a:lvl4pPr lvl="3" rtl="0">
              <a:spcBef>
                <a:spcPts val="0"/>
              </a:spcBef>
              <a:spcAft>
                <a:spcPts val="0"/>
              </a:spcAft>
              <a:buSzPts val="2400"/>
              <a:buFont typeface="Francois One"/>
              <a:buNone/>
              <a:defRPr sz="2400">
                <a:latin typeface="Francois One"/>
                <a:ea typeface="Francois One"/>
                <a:cs typeface="Francois One"/>
                <a:sym typeface="Francois One"/>
              </a:defRPr>
            </a:lvl4pPr>
            <a:lvl5pPr lvl="4" rtl="0">
              <a:spcBef>
                <a:spcPts val="0"/>
              </a:spcBef>
              <a:spcAft>
                <a:spcPts val="0"/>
              </a:spcAft>
              <a:buSzPts val="2400"/>
              <a:buFont typeface="Francois One"/>
              <a:buNone/>
              <a:defRPr sz="2400">
                <a:latin typeface="Francois One"/>
                <a:ea typeface="Francois One"/>
                <a:cs typeface="Francois One"/>
                <a:sym typeface="Francois One"/>
              </a:defRPr>
            </a:lvl5pPr>
            <a:lvl6pPr lvl="5" rtl="0">
              <a:spcBef>
                <a:spcPts val="0"/>
              </a:spcBef>
              <a:spcAft>
                <a:spcPts val="0"/>
              </a:spcAft>
              <a:buSzPts val="2400"/>
              <a:buFont typeface="Francois One"/>
              <a:buNone/>
              <a:defRPr sz="2400">
                <a:latin typeface="Francois One"/>
                <a:ea typeface="Francois One"/>
                <a:cs typeface="Francois One"/>
                <a:sym typeface="Francois One"/>
              </a:defRPr>
            </a:lvl6pPr>
            <a:lvl7pPr lvl="6" rtl="0">
              <a:spcBef>
                <a:spcPts val="0"/>
              </a:spcBef>
              <a:spcAft>
                <a:spcPts val="0"/>
              </a:spcAft>
              <a:buSzPts val="2400"/>
              <a:buFont typeface="Francois One"/>
              <a:buNone/>
              <a:defRPr sz="2400">
                <a:latin typeface="Francois One"/>
                <a:ea typeface="Francois One"/>
                <a:cs typeface="Francois One"/>
                <a:sym typeface="Francois One"/>
              </a:defRPr>
            </a:lvl7pPr>
            <a:lvl8pPr lvl="7" rtl="0">
              <a:spcBef>
                <a:spcPts val="0"/>
              </a:spcBef>
              <a:spcAft>
                <a:spcPts val="0"/>
              </a:spcAft>
              <a:buSzPts val="2400"/>
              <a:buFont typeface="Francois One"/>
              <a:buNone/>
              <a:defRPr sz="2400">
                <a:latin typeface="Francois One"/>
                <a:ea typeface="Francois One"/>
                <a:cs typeface="Francois One"/>
                <a:sym typeface="Francois One"/>
              </a:defRPr>
            </a:lvl8pPr>
            <a:lvl9pPr lvl="8" rtl="0">
              <a:spcBef>
                <a:spcPts val="0"/>
              </a:spcBef>
              <a:spcAft>
                <a:spcPts val="0"/>
              </a:spcAft>
              <a:buSzPts val="2400"/>
              <a:buFont typeface="Francois One"/>
              <a:buNone/>
              <a:defRPr sz="2400">
                <a:latin typeface="Francois One"/>
                <a:ea typeface="Francois One"/>
                <a:cs typeface="Francois One"/>
                <a:sym typeface="Francois One"/>
              </a:defRPr>
            </a:lvl9pPr>
          </a:lstStyle>
          <a:p/>
        </p:txBody>
      </p:sp>
      <p:sp>
        <p:nvSpPr>
          <p:cNvPr id="109" name="Google Shape;109;p13"/>
          <p:cNvSpPr txBox="1"/>
          <p:nvPr>
            <p:ph hasCustomPrompt="1" idx="4" type="title"/>
          </p:nvPr>
        </p:nvSpPr>
        <p:spPr>
          <a:xfrm>
            <a:off x="4749303" y="1835632"/>
            <a:ext cx="595800" cy="52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3000">
                <a:latin typeface="Abril Fatface"/>
                <a:ea typeface="Abril Fatface"/>
                <a:cs typeface="Abril Fatface"/>
                <a:sym typeface="Abril Fatfac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110" name="Google Shape;110;p13"/>
          <p:cNvSpPr txBox="1"/>
          <p:nvPr>
            <p:ph idx="5" type="subTitle"/>
          </p:nvPr>
        </p:nvSpPr>
        <p:spPr>
          <a:xfrm>
            <a:off x="5520231" y="2056096"/>
            <a:ext cx="2912700" cy="5241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1" name="Google Shape;111;p13"/>
          <p:cNvSpPr txBox="1"/>
          <p:nvPr>
            <p:ph idx="6" type="subTitle"/>
          </p:nvPr>
        </p:nvSpPr>
        <p:spPr>
          <a:xfrm>
            <a:off x="1661486" y="3103078"/>
            <a:ext cx="2912700" cy="63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Francois One"/>
              <a:buNone/>
              <a:defRPr sz="2600">
                <a:latin typeface="DM Serif Display"/>
                <a:ea typeface="DM Serif Display"/>
                <a:cs typeface="DM Serif Display"/>
                <a:sym typeface="DM Serif Display"/>
              </a:defRPr>
            </a:lvl1pPr>
            <a:lvl2pPr lvl="1" rtl="0">
              <a:spcBef>
                <a:spcPts val="0"/>
              </a:spcBef>
              <a:spcAft>
                <a:spcPts val="0"/>
              </a:spcAft>
              <a:buSzPts val="2400"/>
              <a:buFont typeface="Francois One"/>
              <a:buNone/>
              <a:defRPr sz="2400">
                <a:latin typeface="Francois One"/>
                <a:ea typeface="Francois One"/>
                <a:cs typeface="Francois One"/>
                <a:sym typeface="Francois One"/>
              </a:defRPr>
            </a:lvl2pPr>
            <a:lvl3pPr lvl="2" rtl="0">
              <a:spcBef>
                <a:spcPts val="0"/>
              </a:spcBef>
              <a:spcAft>
                <a:spcPts val="0"/>
              </a:spcAft>
              <a:buSzPts val="2400"/>
              <a:buFont typeface="Francois One"/>
              <a:buNone/>
              <a:defRPr sz="2400">
                <a:latin typeface="Francois One"/>
                <a:ea typeface="Francois One"/>
                <a:cs typeface="Francois One"/>
                <a:sym typeface="Francois One"/>
              </a:defRPr>
            </a:lvl3pPr>
            <a:lvl4pPr lvl="3" rtl="0">
              <a:spcBef>
                <a:spcPts val="0"/>
              </a:spcBef>
              <a:spcAft>
                <a:spcPts val="0"/>
              </a:spcAft>
              <a:buSzPts val="2400"/>
              <a:buFont typeface="Francois One"/>
              <a:buNone/>
              <a:defRPr sz="2400">
                <a:latin typeface="Francois One"/>
                <a:ea typeface="Francois One"/>
                <a:cs typeface="Francois One"/>
                <a:sym typeface="Francois One"/>
              </a:defRPr>
            </a:lvl4pPr>
            <a:lvl5pPr lvl="4" rtl="0">
              <a:spcBef>
                <a:spcPts val="0"/>
              </a:spcBef>
              <a:spcAft>
                <a:spcPts val="0"/>
              </a:spcAft>
              <a:buSzPts val="2400"/>
              <a:buFont typeface="Francois One"/>
              <a:buNone/>
              <a:defRPr sz="2400">
                <a:latin typeface="Francois One"/>
                <a:ea typeface="Francois One"/>
                <a:cs typeface="Francois One"/>
                <a:sym typeface="Francois One"/>
              </a:defRPr>
            </a:lvl5pPr>
            <a:lvl6pPr lvl="5" rtl="0">
              <a:spcBef>
                <a:spcPts val="0"/>
              </a:spcBef>
              <a:spcAft>
                <a:spcPts val="0"/>
              </a:spcAft>
              <a:buSzPts val="2400"/>
              <a:buFont typeface="Francois One"/>
              <a:buNone/>
              <a:defRPr sz="2400">
                <a:latin typeface="Francois One"/>
                <a:ea typeface="Francois One"/>
                <a:cs typeface="Francois One"/>
                <a:sym typeface="Francois One"/>
              </a:defRPr>
            </a:lvl6pPr>
            <a:lvl7pPr lvl="6" rtl="0">
              <a:spcBef>
                <a:spcPts val="0"/>
              </a:spcBef>
              <a:spcAft>
                <a:spcPts val="0"/>
              </a:spcAft>
              <a:buSzPts val="2400"/>
              <a:buFont typeface="Francois One"/>
              <a:buNone/>
              <a:defRPr sz="2400">
                <a:latin typeface="Francois One"/>
                <a:ea typeface="Francois One"/>
                <a:cs typeface="Francois One"/>
                <a:sym typeface="Francois One"/>
              </a:defRPr>
            </a:lvl7pPr>
            <a:lvl8pPr lvl="7" rtl="0">
              <a:spcBef>
                <a:spcPts val="0"/>
              </a:spcBef>
              <a:spcAft>
                <a:spcPts val="0"/>
              </a:spcAft>
              <a:buSzPts val="2400"/>
              <a:buFont typeface="Francois One"/>
              <a:buNone/>
              <a:defRPr sz="2400">
                <a:latin typeface="Francois One"/>
                <a:ea typeface="Francois One"/>
                <a:cs typeface="Francois One"/>
                <a:sym typeface="Francois One"/>
              </a:defRPr>
            </a:lvl8pPr>
            <a:lvl9pPr lvl="8" rtl="0">
              <a:spcBef>
                <a:spcPts val="0"/>
              </a:spcBef>
              <a:spcAft>
                <a:spcPts val="0"/>
              </a:spcAft>
              <a:buSzPts val="2400"/>
              <a:buFont typeface="Francois One"/>
              <a:buNone/>
              <a:defRPr sz="2400">
                <a:latin typeface="Francois One"/>
                <a:ea typeface="Francois One"/>
                <a:cs typeface="Francois One"/>
                <a:sym typeface="Francois One"/>
              </a:defRPr>
            </a:lvl9pPr>
          </a:lstStyle>
          <a:p/>
        </p:txBody>
      </p:sp>
      <p:sp>
        <p:nvSpPr>
          <p:cNvPr id="112" name="Google Shape;112;p13"/>
          <p:cNvSpPr txBox="1"/>
          <p:nvPr>
            <p:ph hasCustomPrompt="1" idx="7" type="title"/>
          </p:nvPr>
        </p:nvSpPr>
        <p:spPr>
          <a:xfrm>
            <a:off x="890553" y="3388249"/>
            <a:ext cx="595800" cy="52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3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113" name="Google Shape;113;p13"/>
          <p:cNvSpPr txBox="1"/>
          <p:nvPr>
            <p:ph idx="8" type="subTitle"/>
          </p:nvPr>
        </p:nvSpPr>
        <p:spPr>
          <a:xfrm>
            <a:off x="1661486" y="3618125"/>
            <a:ext cx="2912700" cy="5241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4" name="Google Shape;114;p13"/>
          <p:cNvSpPr txBox="1"/>
          <p:nvPr>
            <p:ph idx="9" type="subTitle"/>
          </p:nvPr>
        </p:nvSpPr>
        <p:spPr>
          <a:xfrm>
            <a:off x="5520231" y="3103078"/>
            <a:ext cx="2912700" cy="63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Francois One"/>
              <a:buNone/>
              <a:defRPr sz="2600">
                <a:latin typeface="DM Serif Display"/>
                <a:ea typeface="DM Serif Display"/>
                <a:cs typeface="DM Serif Display"/>
                <a:sym typeface="DM Serif Display"/>
              </a:defRPr>
            </a:lvl1pPr>
            <a:lvl2pPr lvl="1" rtl="0">
              <a:spcBef>
                <a:spcPts val="0"/>
              </a:spcBef>
              <a:spcAft>
                <a:spcPts val="0"/>
              </a:spcAft>
              <a:buSzPts val="2400"/>
              <a:buFont typeface="Francois One"/>
              <a:buNone/>
              <a:defRPr sz="2400">
                <a:latin typeface="Francois One"/>
                <a:ea typeface="Francois One"/>
                <a:cs typeface="Francois One"/>
                <a:sym typeface="Francois One"/>
              </a:defRPr>
            </a:lvl2pPr>
            <a:lvl3pPr lvl="2" rtl="0">
              <a:spcBef>
                <a:spcPts val="0"/>
              </a:spcBef>
              <a:spcAft>
                <a:spcPts val="0"/>
              </a:spcAft>
              <a:buSzPts val="2400"/>
              <a:buFont typeface="Francois One"/>
              <a:buNone/>
              <a:defRPr sz="2400">
                <a:latin typeface="Francois One"/>
                <a:ea typeface="Francois One"/>
                <a:cs typeface="Francois One"/>
                <a:sym typeface="Francois One"/>
              </a:defRPr>
            </a:lvl3pPr>
            <a:lvl4pPr lvl="3" rtl="0">
              <a:spcBef>
                <a:spcPts val="0"/>
              </a:spcBef>
              <a:spcAft>
                <a:spcPts val="0"/>
              </a:spcAft>
              <a:buSzPts val="2400"/>
              <a:buFont typeface="Francois One"/>
              <a:buNone/>
              <a:defRPr sz="2400">
                <a:latin typeface="Francois One"/>
                <a:ea typeface="Francois One"/>
                <a:cs typeface="Francois One"/>
                <a:sym typeface="Francois One"/>
              </a:defRPr>
            </a:lvl4pPr>
            <a:lvl5pPr lvl="4" rtl="0">
              <a:spcBef>
                <a:spcPts val="0"/>
              </a:spcBef>
              <a:spcAft>
                <a:spcPts val="0"/>
              </a:spcAft>
              <a:buSzPts val="2400"/>
              <a:buFont typeface="Francois One"/>
              <a:buNone/>
              <a:defRPr sz="2400">
                <a:latin typeface="Francois One"/>
                <a:ea typeface="Francois One"/>
                <a:cs typeface="Francois One"/>
                <a:sym typeface="Francois One"/>
              </a:defRPr>
            </a:lvl5pPr>
            <a:lvl6pPr lvl="5" rtl="0">
              <a:spcBef>
                <a:spcPts val="0"/>
              </a:spcBef>
              <a:spcAft>
                <a:spcPts val="0"/>
              </a:spcAft>
              <a:buSzPts val="2400"/>
              <a:buFont typeface="Francois One"/>
              <a:buNone/>
              <a:defRPr sz="2400">
                <a:latin typeface="Francois One"/>
                <a:ea typeface="Francois One"/>
                <a:cs typeface="Francois One"/>
                <a:sym typeface="Francois One"/>
              </a:defRPr>
            </a:lvl6pPr>
            <a:lvl7pPr lvl="6" rtl="0">
              <a:spcBef>
                <a:spcPts val="0"/>
              </a:spcBef>
              <a:spcAft>
                <a:spcPts val="0"/>
              </a:spcAft>
              <a:buSzPts val="2400"/>
              <a:buFont typeface="Francois One"/>
              <a:buNone/>
              <a:defRPr sz="2400">
                <a:latin typeface="Francois One"/>
                <a:ea typeface="Francois One"/>
                <a:cs typeface="Francois One"/>
                <a:sym typeface="Francois One"/>
              </a:defRPr>
            </a:lvl7pPr>
            <a:lvl8pPr lvl="7" rtl="0">
              <a:spcBef>
                <a:spcPts val="0"/>
              </a:spcBef>
              <a:spcAft>
                <a:spcPts val="0"/>
              </a:spcAft>
              <a:buSzPts val="2400"/>
              <a:buFont typeface="Francois One"/>
              <a:buNone/>
              <a:defRPr sz="2400">
                <a:latin typeface="Francois One"/>
                <a:ea typeface="Francois One"/>
                <a:cs typeface="Francois One"/>
                <a:sym typeface="Francois One"/>
              </a:defRPr>
            </a:lvl8pPr>
            <a:lvl9pPr lvl="8" rtl="0">
              <a:spcBef>
                <a:spcPts val="0"/>
              </a:spcBef>
              <a:spcAft>
                <a:spcPts val="0"/>
              </a:spcAft>
              <a:buSzPts val="2400"/>
              <a:buFont typeface="Francois One"/>
              <a:buNone/>
              <a:defRPr sz="2400">
                <a:latin typeface="Francois One"/>
                <a:ea typeface="Francois One"/>
                <a:cs typeface="Francois One"/>
                <a:sym typeface="Francois One"/>
              </a:defRPr>
            </a:lvl9pPr>
          </a:lstStyle>
          <a:p/>
        </p:txBody>
      </p:sp>
      <p:sp>
        <p:nvSpPr>
          <p:cNvPr id="115" name="Google Shape;115;p13"/>
          <p:cNvSpPr txBox="1"/>
          <p:nvPr>
            <p:ph hasCustomPrompt="1" idx="13" type="title"/>
          </p:nvPr>
        </p:nvSpPr>
        <p:spPr>
          <a:xfrm>
            <a:off x="4749303" y="3388249"/>
            <a:ext cx="595800" cy="52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3000">
                <a:latin typeface="Abril Fatface"/>
                <a:ea typeface="Abril Fatface"/>
                <a:cs typeface="Abril Fatface"/>
                <a:sym typeface="Abril Fatfac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116" name="Google Shape;116;p13"/>
          <p:cNvSpPr txBox="1"/>
          <p:nvPr>
            <p:ph idx="14" type="subTitle"/>
          </p:nvPr>
        </p:nvSpPr>
        <p:spPr>
          <a:xfrm>
            <a:off x="5520231" y="3618124"/>
            <a:ext cx="2912700" cy="5241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7" name="Google Shape;117;p13"/>
          <p:cNvSpPr txBox="1"/>
          <p:nvPr>
            <p:ph idx="15"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600"/>
              <a:buFont typeface="Josefin Slab"/>
              <a:buNone/>
              <a:defRPr sz="3600">
                <a:latin typeface="Josefin Slab"/>
                <a:ea typeface="Josefin Slab"/>
                <a:cs typeface="Josefin Slab"/>
                <a:sym typeface="Josefin Slab"/>
              </a:defRPr>
            </a:lvl2pPr>
            <a:lvl3pPr lvl="2" rtl="0">
              <a:spcBef>
                <a:spcPts val="0"/>
              </a:spcBef>
              <a:spcAft>
                <a:spcPts val="0"/>
              </a:spcAft>
              <a:buSzPts val="3600"/>
              <a:buFont typeface="Josefin Slab"/>
              <a:buNone/>
              <a:defRPr sz="3600">
                <a:latin typeface="Josefin Slab"/>
                <a:ea typeface="Josefin Slab"/>
                <a:cs typeface="Josefin Slab"/>
                <a:sym typeface="Josefin Slab"/>
              </a:defRPr>
            </a:lvl3pPr>
            <a:lvl4pPr lvl="3" rtl="0">
              <a:spcBef>
                <a:spcPts val="0"/>
              </a:spcBef>
              <a:spcAft>
                <a:spcPts val="0"/>
              </a:spcAft>
              <a:buSzPts val="3600"/>
              <a:buFont typeface="Josefin Slab"/>
              <a:buNone/>
              <a:defRPr sz="3600">
                <a:latin typeface="Josefin Slab"/>
                <a:ea typeface="Josefin Slab"/>
                <a:cs typeface="Josefin Slab"/>
                <a:sym typeface="Josefin Slab"/>
              </a:defRPr>
            </a:lvl4pPr>
            <a:lvl5pPr lvl="4" rtl="0">
              <a:spcBef>
                <a:spcPts val="0"/>
              </a:spcBef>
              <a:spcAft>
                <a:spcPts val="0"/>
              </a:spcAft>
              <a:buSzPts val="3600"/>
              <a:buFont typeface="Josefin Slab"/>
              <a:buNone/>
              <a:defRPr sz="3600">
                <a:latin typeface="Josefin Slab"/>
                <a:ea typeface="Josefin Slab"/>
                <a:cs typeface="Josefin Slab"/>
                <a:sym typeface="Josefin Slab"/>
              </a:defRPr>
            </a:lvl5pPr>
            <a:lvl6pPr lvl="5" rtl="0">
              <a:spcBef>
                <a:spcPts val="0"/>
              </a:spcBef>
              <a:spcAft>
                <a:spcPts val="0"/>
              </a:spcAft>
              <a:buSzPts val="3600"/>
              <a:buFont typeface="Josefin Slab"/>
              <a:buNone/>
              <a:defRPr sz="3600">
                <a:latin typeface="Josefin Slab"/>
                <a:ea typeface="Josefin Slab"/>
                <a:cs typeface="Josefin Slab"/>
                <a:sym typeface="Josefin Slab"/>
              </a:defRPr>
            </a:lvl6pPr>
            <a:lvl7pPr lvl="6" rtl="0">
              <a:spcBef>
                <a:spcPts val="0"/>
              </a:spcBef>
              <a:spcAft>
                <a:spcPts val="0"/>
              </a:spcAft>
              <a:buSzPts val="3600"/>
              <a:buFont typeface="Josefin Slab"/>
              <a:buNone/>
              <a:defRPr sz="3600">
                <a:latin typeface="Josefin Slab"/>
                <a:ea typeface="Josefin Slab"/>
                <a:cs typeface="Josefin Slab"/>
                <a:sym typeface="Josefin Slab"/>
              </a:defRPr>
            </a:lvl7pPr>
            <a:lvl8pPr lvl="7" rtl="0">
              <a:spcBef>
                <a:spcPts val="0"/>
              </a:spcBef>
              <a:spcAft>
                <a:spcPts val="0"/>
              </a:spcAft>
              <a:buSzPts val="3600"/>
              <a:buFont typeface="Josefin Slab"/>
              <a:buNone/>
              <a:defRPr sz="3600">
                <a:latin typeface="Josefin Slab"/>
                <a:ea typeface="Josefin Slab"/>
                <a:cs typeface="Josefin Slab"/>
                <a:sym typeface="Josefin Slab"/>
              </a:defRPr>
            </a:lvl8pPr>
            <a:lvl9pPr lvl="8" rtl="0">
              <a:spcBef>
                <a:spcPts val="0"/>
              </a:spcBef>
              <a:spcAft>
                <a:spcPts val="0"/>
              </a:spcAft>
              <a:buSzPts val="3600"/>
              <a:buFont typeface="Josefin Slab"/>
              <a:buNone/>
              <a:defRPr sz="3600">
                <a:latin typeface="Josefin Slab"/>
                <a:ea typeface="Josefin Slab"/>
                <a:cs typeface="Josefin Slab"/>
                <a:sym typeface="Josefin Slab"/>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50">
    <p:spTree>
      <p:nvGrpSpPr>
        <p:cNvPr id="118" name="Shape 118"/>
        <p:cNvGrpSpPr/>
        <p:nvPr/>
      </p:nvGrpSpPr>
      <p:grpSpPr>
        <a:xfrm>
          <a:off x="0" y="0"/>
          <a:ext cx="0" cy="0"/>
          <a:chOff x="0" y="0"/>
          <a:chExt cx="0" cy="0"/>
        </a:xfrm>
      </p:grpSpPr>
      <p:sp>
        <p:nvSpPr>
          <p:cNvPr id="119" name="Google Shape;119;p14"/>
          <p:cNvSpPr/>
          <p:nvPr/>
        </p:nvSpPr>
        <p:spPr>
          <a:xfrm flipH="1" rot="-2700000">
            <a:off x="5621812" y="1073969"/>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flipH="1" rot="-2700000">
            <a:off x="4659759" y="-1322562"/>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 name="Google Shape;121;p14"/>
          <p:cNvGrpSpPr/>
          <p:nvPr/>
        </p:nvGrpSpPr>
        <p:grpSpPr>
          <a:xfrm flipH="1">
            <a:off x="6860141" y="-346686"/>
            <a:ext cx="1737424" cy="1737425"/>
            <a:chOff x="5279626" y="2678000"/>
            <a:chExt cx="1737424" cy="1737425"/>
          </a:xfrm>
        </p:grpSpPr>
        <p:sp>
          <p:nvSpPr>
            <p:cNvPr id="122" name="Google Shape;122;p14"/>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 name="Google Shape;124;p14"/>
          <p:cNvGrpSpPr/>
          <p:nvPr/>
        </p:nvGrpSpPr>
        <p:grpSpPr>
          <a:xfrm flipH="1">
            <a:off x="6837947" y="3020500"/>
            <a:ext cx="1737424" cy="1737425"/>
            <a:chOff x="5279626" y="2678000"/>
            <a:chExt cx="1737424" cy="1737425"/>
          </a:xfrm>
        </p:grpSpPr>
        <p:sp>
          <p:nvSpPr>
            <p:cNvPr id="125" name="Google Shape;125;p14"/>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 name="Google Shape;127;p14"/>
          <p:cNvSpPr/>
          <p:nvPr/>
        </p:nvSpPr>
        <p:spPr>
          <a:xfrm flipH="1" rot="-2700000">
            <a:off x="4911669" y="-118920"/>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flipH="1" rot="-2700000">
            <a:off x="8265018" y="1801528"/>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txBox="1"/>
          <p:nvPr>
            <p:ph hasCustomPrompt="1" type="title"/>
          </p:nvPr>
        </p:nvSpPr>
        <p:spPr>
          <a:xfrm>
            <a:off x="5680747" y="1688225"/>
            <a:ext cx="2162100" cy="1051500"/>
          </a:xfrm>
          <a:prstGeom prst="rect">
            <a:avLst/>
          </a:prstGeom>
        </p:spPr>
        <p:txBody>
          <a:bodyPr anchorCtr="0" anchor="ctr" bIns="91425" lIns="91425" spcFirstLastPara="1" rIns="91425" wrap="square" tIns="91425">
            <a:noAutofit/>
          </a:bodyPr>
          <a:lstStyle>
            <a:lvl1pPr lvl="0" rtl="0">
              <a:spcBef>
                <a:spcPts val="0"/>
              </a:spcBef>
              <a:spcAft>
                <a:spcPts val="0"/>
              </a:spcAft>
              <a:buSzPts val="12000"/>
              <a:buNone/>
              <a:defRPr sz="9600"/>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130" name="Google Shape;130;p14"/>
          <p:cNvSpPr txBox="1"/>
          <p:nvPr>
            <p:ph idx="2" type="title"/>
          </p:nvPr>
        </p:nvSpPr>
        <p:spPr>
          <a:xfrm>
            <a:off x="881875" y="1781175"/>
            <a:ext cx="3472200" cy="740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8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31" name="Google Shape;131;p14"/>
          <p:cNvSpPr txBox="1"/>
          <p:nvPr>
            <p:ph idx="1" type="subTitle"/>
          </p:nvPr>
        </p:nvSpPr>
        <p:spPr>
          <a:xfrm>
            <a:off x="881875" y="2621608"/>
            <a:ext cx="3176700" cy="74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2" name="Google Shape;132;p14"/>
          <p:cNvSpPr/>
          <p:nvPr/>
        </p:nvSpPr>
        <p:spPr>
          <a:xfrm flipH="1" rot="-2700000">
            <a:off x="4397868" y="3203978"/>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50_1">
    <p:spTree>
      <p:nvGrpSpPr>
        <p:cNvPr id="133" name="Shape 133"/>
        <p:cNvGrpSpPr/>
        <p:nvPr/>
      </p:nvGrpSpPr>
      <p:grpSpPr>
        <a:xfrm>
          <a:off x="0" y="0"/>
          <a:ext cx="0" cy="0"/>
          <a:chOff x="0" y="0"/>
          <a:chExt cx="0" cy="0"/>
        </a:xfrm>
      </p:grpSpPr>
      <p:sp>
        <p:nvSpPr>
          <p:cNvPr id="134" name="Google Shape;134;p15"/>
          <p:cNvSpPr/>
          <p:nvPr/>
        </p:nvSpPr>
        <p:spPr>
          <a:xfrm flipH="1" rot="-2700000">
            <a:off x="1164112" y="2331269"/>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flipH="1" rot="-2700000">
            <a:off x="202059" y="-65262"/>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 name="Google Shape;136;p15"/>
          <p:cNvGrpSpPr/>
          <p:nvPr/>
        </p:nvGrpSpPr>
        <p:grpSpPr>
          <a:xfrm flipH="1">
            <a:off x="-155484" y="3635064"/>
            <a:ext cx="1737424" cy="1737425"/>
            <a:chOff x="5279626" y="2678000"/>
            <a:chExt cx="1737424" cy="1737425"/>
          </a:xfrm>
        </p:grpSpPr>
        <p:sp>
          <p:nvSpPr>
            <p:cNvPr id="137" name="Google Shape;137;p15"/>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 name="Google Shape;139;p15"/>
          <p:cNvGrpSpPr/>
          <p:nvPr/>
        </p:nvGrpSpPr>
        <p:grpSpPr>
          <a:xfrm flipH="1">
            <a:off x="2380247" y="4277800"/>
            <a:ext cx="1737424" cy="1737425"/>
            <a:chOff x="5279626" y="2678000"/>
            <a:chExt cx="1737424" cy="1737425"/>
          </a:xfrm>
        </p:grpSpPr>
        <p:sp>
          <p:nvSpPr>
            <p:cNvPr id="140" name="Google Shape;140;p15"/>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15"/>
          <p:cNvSpPr txBox="1"/>
          <p:nvPr>
            <p:ph hasCustomPrompt="1" type="title"/>
          </p:nvPr>
        </p:nvSpPr>
        <p:spPr>
          <a:xfrm>
            <a:off x="1223047" y="2945525"/>
            <a:ext cx="2162100" cy="1051500"/>
          </a:xfrm>
          <a:prstGeom prst="rect">
            <a:avLst/>
          </a:prstGeom>
        </p:spPr>
        <p:txBody>
          <a:bodyPr anchorCtr="0" anchor="ctr" bIns="91425" lIns="91425" spcFirstLastPara="1" rIns="91425" wrap="square" tIns="91425">
            <a:noAutofit/>
          </a:bodyPr>
          <a:lstStyle>
            <a:lvl1pPr lvl="0" rtl="0">
              <a:spcBef>
                <a:spcPts val="0"/>
              </a:spcBef>
              <a:spcAft>
                <a:spcPts val="0"/>
              </a:spcAft>
              <a:buSzPts val="12000"/>
              <a:buNone/>
              <a:defRPr sz="9600"/>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143" name="Google Shape;143;p15"/>
          <p:cNvSpPr txBox="1"/>
          <p:nvPr>
            <p:ph idx="2" type="title"/>
          </p:nvPr>
        </p:nvSpPr>
        <p:spPr>
          <a:xfrm>
            <a:off x="3415525" y="1064975"/>
            <a:ext cx="4699800" cy="740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8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44" name="Google Shape;144;p15"/>
          <p:cNvSpPr txBox="1"/>
          <p:nvPr>
            <p:ph idx="1" type="subTitle"/>
          </p:nvPr>
        </p:nvSpPr>
        <p:spPr>
          <a:xfrm>
            <a:off x="3415525" y="1905401"/>
            <a:ext cx="4299900" cy="45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50_1_1">
    <p:spTree>
      <p:nvGrpSpPr>
        <p:cNvPr id="145" name="Shape 145"/>
        <p:cNvGrpSpPr/>
        <p:nvPr/>
      </p:nvGrpSpPr>
      <p:grpSpPr>
        <a:xfrm>
          <a:off x="0" y="0"/>
          <a:ext cx="0" cy="0"/>
          <a:chOff x="0" y="0"/>
          <a:chExt cx="0" cy="0"/>
        </a:xfrm>
      </p:grpSpPr>
      <p:sp>
        <p:nvSpPr>
          <p:cNvPr id="146" name="Google Shape;146;p16"/>
          <p:cNvSpPr txBox="1"/>
          <p:nvPr>
            <p:ph type="title"/>
          </p:nvPr>
        </p:nvSpPr>
        <p:spPr>
          <a:xfrm>
            <a:off x="2225925" y="3302100"/>
            <a:ext cx="4699800" cy="7407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8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47" name="Google Shape;147;p16"/>
          <p:cNvSpPr txBox="1"/>
          <p:nvPr>
            <p:ph idx="1" type="subTitle"/>
          </p:nvPr>
        </p:nvSpPr>
        <p:spPr>
          <a:xfrm>
            <a:off x="2425875" y="4142526"/>
            <a:ext cx="4299900" cy="45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8" name="Google Shape;148;p16"/>
          <p:cNvSpPr/>
          <p:nvPr/>
        </p:nvSpPr>
        <p:spPr>
          <a:xfrm rot="2700000">
            <a:off x="3435815" y="343969"/>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p:nvPr/>
        </p:nvSpPr>
        <p:spPr>
          <a:xfrm rot="2700000">
            <a:off x="4397868" y="-2052562"/>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 name="Google Shape;150;p16"/>
          <p:cNvGrpSpPr/>
          <p:nvPr/>
        </p:nvGrpSpPr>
        <p:grpSpPr>
          <a:xfrm>
            <a:off x="2740057" y="-1076686"/>
            <a:ext cx="1737424" cy="1737425"/>
            <a:chOff x="5279626" y="2678000"/>
            <a:chExt cx="1737424" cy="1737425"/>
          </a:xfrm>
        </p:grpSpPr>
        <p:sp>
          <p:nvSpPr>
            <p:cNvPr id="151" name="Google Shape;151;p16"/>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 name="Google Shape;153;p16"/>
          <p:cNvSpPr/>
          <p:nvPr/>
        </p:nvSpPr>
        <p:spPr>
          <a:xfrm rot="2700000">
            <a:off x="792609" y="1071528"/>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txBox="1"/>
          <p:nvPr>
            <p:ph hasCustomPrompt="1" idx="2" type="title"/>
          </p:nvPr>
        </p:nvSpPr>
        <p:spPr>
          <a:xfrm flipH="1">
            <a:off x="3494775" y="958225"/>
            <a:ext cx="2162100" cy="1051500"/>
          </a:xfrm>
          <a:prstGeom prst="rect">
            <a:avLst/>
          </a:prstGeom>
        </p:spPr>
        <p:txBody>
          <a:bodyPr anchorCtr="0" anchor="ctr" bIns="91425" lIns="91425" spcFirstLastPara="1" rIns="91425" wrap="square" tIns="91425">
            <a:noAutofit/>
          </a:bodyPr>
          <a:lstStyle>
            <a:lvl1pPr lvl="0" rtl="0">
              <a:spcBef>
                <a:spcPts val="0"/>
              </a:spcBef>
              <a:spcAft>
                <a:spcPts val="0"/>
              </a:spcAft>
              <a:buSzPts val="12000"/>
              <a:buNone/>
              <a:defRPr sz="9600"/>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44">
    <p:spTree>
      <p:nvGrpSpPr>
        <p:cNvPr id="155" name="Shape 155"/>
        <p:cNvGrpSpPr/>
        <p:nvPr/>
      </p:nvGrpSpPr>
      <p:grpSpPr>
        <a:xfrm>
          <a:off x="0" y="0"/>
          <a:ext cx="0" cy="0"/>
          <a:chOff x="0" y="0"/>
          <a:chExt cx="0" cy="0"/>
        </a:xfrm>
      </p:grpSpPr>
      <p:sp>
        <p:nvSpPr>
          <p:cNvPr id="156" name="Google Shape;156;p17"/>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46">
    <p:spTree>
      <p:nvGrpSpPr>
        <p:cNvPr id="157" name="Shape 157"/>
        <p:cNvGrpSpPr/>
        <p:nvPr/>
      </p:nvGrpSpPr>
      <p:grpSpPr>
        <a:xfrm>
          <a:off x="0" y="0"/>
          <a:ext cx="0" cy="0"/>
          <a:chOff x="0" y="0"/>
          <a:chExt cx="0" cy="0"/>
        </a:xfrm>
      </p:grpSpPr>
      <p:grpSp>
        <p:nvGrpSpPr>
          <p:cNvPr id="158" name="Google Shape;158;p18"/>
          <p:cNvGrpSpPr/>
          <p:nvPr/>
        </p:nvGrpSpPr>
        <p:grpSpPr>
          <a:xfrm>
            <a:off x="-1376487" y="3613925"/>
            <a:ext cx="1737424" cy="1737425"/>
            <a:chOff x="5279626" y="2678000"/>
            <a:chExt cx="1737424" cy="1737425"/>
          </a:xfrm>
        </p:grpSpPr>
        <p:sp>
          <p:nvSpPr>
            <p:cNvPr id="159" name="Google Shape;159;p18"/>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8"/>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 name="Google Shape;161;p18"/>
          <p:cNvSpPr/>
          <p:nvPr/>
        </p:nvSpPr>
        <p:spPr>
          <a:xfrm rot="2700000">
            <a:off x="285625" y="3754615"/>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8"/>
          <p:cNvSpPr/>
          <p:nvPr/>
        </p:nvSpPr>
        <p:spPr>
          <a:xfrm rot="2700000">
            <a:off x="562603" y="4444250"/>
            <a:ext cx="1228669"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8"/>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4">
    <p:spTree>
      <p:nvGrpSpPr>
        <p:cNvPr id="164" name="Shape 164"/>
        <p:cNvGrpSpPr/>
        <p:nvPr/>
      </p:nvGrpSpPr>
      <p:grpSpPr>
        <a:xfrm>
          <a:off x="0" y="0"/>
          <a:ext cx="0" cy="0"/>
          <a:chOff x="0" y="0"/>
          <a:chExt cx="0" cy="0"/>
        </a:xfrm>
      </p:grpSpPr>
      <p:grpSp>
        <p:nvGrpSpPr>
          <p:cNvPr id="165" name="Google Shape;165;p19"/>
          <p:cNvGrpSpPr/>
          <p:nvPr/>
        </p:nvGrpSpPr>
        <p:grpSpPr>
          <a:xfrm>
            <a:off x="7097913" y="1912124"/>
            <a:ext cx="1737424" cy="1737425"/>
            <a:chOff x="5279626" y="2678000"/>
            <a:chExt cx="1737424" cy="1737425"/>
          </a:xfrm>
        </p:grpSpPr>
        <p:sp>
          <p:nvSpPr>
            <p:cNvPr id="166" name="Google Shape;166;p19"/>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 name="Google Shape;168;p19"/>
          <p:cNvGrpSpPr/>
          <p:nvPr/>
        </p:nvGrpSpPr>
        <p:grpSpPr>
          <a:xfrm>
            <a:off x="3998560" y="4118615"/>
            <a:ext cx="1737424" cy="1737425"/>
            <a:chOff x="5279626" y="2678000"/>
            <a:chExt cx="1737424" cy="1737425"/>
          </a:xfrm>
        </p:grpSpPr>
        <p:sp>
          <p:nvSpPr>
            <p:cNvPr id="169" name="Google Shape;169;p19"/>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1" name="Google Shape;171;p19"/>
          <p:cNvSpPr/>
          <p:nvPr/>
        </p:nvSpPr>
        <p:spPr>
          <a:xfrm rot="2700000">
            <a:off x="6372046" y="3848906"/>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p:nvPr/>
        </p:nvSpPr>
        <p:spPr>
          <a:xfrm rot="2700000">
            <a:off x="7605538" y="963368"/>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rot="2700000">
            <a:off x="5689662" y="-234175"/>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txBox="1"/>
          <p:nvPr>
            <p:ph type="title"/>
          </p:nvPr>
        </p:nvSpPr>
        <p:spPr>
          <a:xfrm>
            <a:off x="941850" y="3631950"/>
            <a:ext cx="3125400" cy="4782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None/>
              <a:defRPr sz="2400"/>
            </a:lvl1pPr>
            <a:lvl2pPr lvl="1" rtl="0" algn="r">
              <a:spcBef>
                <a:spcPts val="0"/>
              </a:spcBef>
              <a:spcAft>
                <a:spcPts val="0"/>
              </a:spcAft>
              <a:buNone/>
              <a:defRPr sz="2400"/>
            </a:lvl2pPr>
            <a:lvl3pPr lvl="2" rtl="0" algn="r">
              <a:spcBef>
                <a:spcPts val="0"/>
              </a:spcBef>
              <a:spcAft>
                <a:spcPts val="0"/>
              </a:spcAft>
              <a:buNone/>
              <a:defRPr sz="2400"/>
            </a:lvl3pPr>
            <a:lvl4pPr lvl="3" rtl="0" algn="r">
              <a:spcBef>
                <a:spcPts val="0"/>
              </a:spcBef>
              <a:spcAft>
                <a:spcPts val="0"/>
              </a:spcAft>
              <a:buNone/>
              <a:defRPr sz="2400"/>
            </a:lvl4pPr>
            <a:lvl5pPr lvl="4" rtl="0" algn="r">
              <a:spcBef>
                <a:spcPts val="0"/>
              </a:spcBef>
              <a:spcAft>
                <a:spcPts val="0"/>
              </a:spcAft>
              <a:buNone/>
              <a:defRPr sz="2400"/>
            </a:lvl5pPr>
            <a:lvl6pPr lvl="5" rtl="0" algn="r">
              <a:spcBef>
                <a:spcPts val="0"/>
              </a:spcBef>
              <a:spcAft>
                <a:spcPts val="0"/>
              </a:spcAft>
              <a:buNone/>
              <a:defRPr sz="2400"/>
            </a:lvl6pPr>
            <a:lvl7pPr lvl="6" rtl="0" algn="r">
              <a:spcBef>
                <a:spcPts val="0"/>
              </a:spcBef>
              <a:spcAft>
                <a:spcPts val="0"/>
              </a:spcAft>
              <a:buNone/>
              <a:defRPr sz="2400"/>
            </a:lvl7pPr>
            <a:lvl8pPr lvl="7" rtl="0" algn="r">
              <a:spcBef>
                <a:spcPts val="0"/>
              </a:spcBef>
              <a:spcAft>
                <a:spcPts val="0"/>
              </a:spcAft>
              <a:buNone/>
              <a:defRPr sz="2400"/>
            </a:lvl8pPr>
            <a:lvl9pPr lvl="8" rtl="0" algn="r">
              <a:spcBef>
                <a:spcPts val="0"/>
              </a:spcBef>
              <a:spcAft>
                <a:spcPts val="0"/>
              </a:spcAft>
              <a:buNone/>
              <a:defRPr sz="2400"/>
            </a:lvl9pPr>
          </a:lstStyle>
          <a:p/>
        </p:txBody>
      </p:sp>
      <p:sp>
        <p:nvSpPr>
          <p:cNvPr id="175" name="Google Shape;175;p19"/>
          <p:cNvSpPr txBox="1"/>
          <p:nvPr>
            <p:ph idx="1" type="subTitle"/>
          </p:nvPr>
        </p:nvSpPr>
        <p:spPr>
          <a:xfrm>
            <a:off x="941825" y="1717375"/>
            <a:ext cx="3125400" cy="173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76" name="Google Shape;176;p19"/>
          <p:cNvSpPr txBox="1"/>
          <p:nvPr>
            <p:ph idx="2"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600"/>
              <a:buFont typeface="Josefin Slab"/>
              <a:buNone/>
              <a:defRPr sz="3600">
                <a:latin typeface="Josefin Slab"/>
                <a:ea typeface="Josefin Slab"/>
                <a:cs typeface="Josefin Slab"/>
                <a:sym typeface="Josefin Slab"/>
              </a:defRPr>
            </a:lvl2pPr>
            <a:lvl3pPr lvl="2" rtl="0">
              <a:spcBef>
                <a:spcPts val="0"/>
              </a:spcBef>
              <a:spcAft>
                <a:spcPts val="0"/>
              </a:spcAft>
              <a:buSzPts val="3600"/>
              <a:buFont typeface="Josefin Slab"/>
              <a:buNone/>
              <a:defRPr sz="3600">
                <a:latin typeface="Josefin Slab"/>
                <a:ea typeface="Josefin Slab"/>
                <a:cs typeface="Josefin Slab"/>
                <a:sym typeface="Josefin Slab"/>
              </a:defRPr>
            </a:lvl3pPr>
            <a:lvl4pPr lvl="3" rtl="0">
              <a:spcBef>
                <a:spcPts val="0"/>
              </a:spcBef>
              <a:spcAft>
                <a:spcPts val="0"/>
              </a:spcAft>
              <a:buSzPts val="3600"/>
              <a:buFont typeface="Josefin Slab"/>
              <a:buNone/>
              <a:defRPr sz="3600">
                <a:latin typeface="Josefin Slab"/>
                <a:ea typeface="Josefin Slab"/>
                <a:cs typeface="Josefin Slab"/>
                <a:sym typeface="Josefin Slab"/>
              </a:defRPr>
            </a:lvl4pPr>
            <a:lvl5pPr lvl="4" rtl="0">
              <a:spcBef>
                <a:spcPts val="0"/>
              </a:spcBef>
              <a:spcAft>
                <a:spcPts val="0"/>
              </a:spcAft>
              <a:buSzPts val="3600"/>
              <a:buFont typeface="Josefin Slab"/>
              <a:buNone/>
              <a:defRPr sz="3600">
                <a:latin typeface="Josefin Slab"/>
                <a:ea typeface="Josefin Slab"/>
                <a:cs typeface="Josefin Slab"/>
                <a:sym typeface="Josefin Slab"/>
              </a:defRPr>
            </a:lvl5pPr>
            <a:lvl6pPr lvl="5" rtl="0">
              <a:spcBef>
                <a:spcPts val="0"/>
              </a:spcBef>
              <a:spcAft>
                <a:spcPts val="0"/>
              </a:spcAft>
              <a:buSzPts val="3600"/>
              <a:buFont typeface="Josefin Slab"/>
              <a:buNone/>
              <a:defRPr sz="3600">
                <a:latin typeface="Josefin Slab"/>
                <a:ea typeface="Josefin Slab"/>
                <a:cs typeface="Josefin Slab"/>
                <a:sym typeface="Josefin Slab"/>
              </a:defRPr>
            </a:lvl6pPr>
            <a:lvl7pPr lvl="6" rtl="0">
              <a:spcBef>
                <a:spcPts val="0"/>
              </a:spcBef>
              <a:spcAft>
                <a:spcPts val="0"/>
              </a:spcAft>
              <a:buSzPts val="3600"/>
              <a:buFont typeface="Josefin Slab"/>
              <a:buNone/>
              <a:defRPr sz="3600">
                <a:latin typeface="Josefin Slab"/>
                <a:ea typeface="Josefin Slab"/>
                <a:cs typeface="Josefin Slab"/>
                <a:sym typeface="Josefin Slab"/>
              </a:defRPr>
            </a:lvl7pPr>
            <a:lvl8pPr lvl="7" rtl="0">
              <a:spcBef>
                <a:spcPts val="0"/>
              </a:spcBef>
              <a:spcAft>
                <a:spcPts val="0"/>
              </a:spcAft>
              <a:buSzPts val="3600"/>
              <a:buFont typeface="Josefin Slab"/>
              <a:buNone/>
              <a:defRPr sz="3600">
                <a:latin typeface="Josefin Slab"/>
                <a:ea typeface="Josefin Slab"/>
                <a:cs typeface="Josefin Slab"/>
                <a:sym typeface="Josefin Slab"/>
              </a:defRPr>
            </a:lvl8pPr>
            <a:lvl9pPr lvl="8" rtl="0">
              <a:spcBef>
                <a:spcPts val="0"/>
              </a:spcBef>
              <a:spcAft>
                <a:spcPts val="0"/>
              </a:spcAft>
              <a:buSzPts val="3600"/>
              <a:buFont typeface="Josefin Slab"/>
              <a:buNone/>
              <a:defRPr sz="3600">
                <a:latin typeface="Josefin Slab"/>
                <a:ea typeface="Josefin Slab"/>
                <a:cs typeface="Josefin Slab"/>
                <a:sym typeface="Josefin Slab"/>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4">
    <p:spTree>
      <p:nvGrpSpPr>
        <p:cNvPr id="177" name="Shape 177"/>
        <p:cNvGrpSpPr/>
        <p:nvPr/>
      </p:nvGrpSpPr>
      <p:grpSpPr>
        <a:xfrm>
          <a:off x="0" y="0"/>
          <a:ext cx="0" cy="0"/>
          <a:chOff x="0" y="0"/>
          <a:chExt cx="0" cy="0"/>
        </a:xfrm>
      </p:grpSpPr>
      <p:sp>
        <p:nvSpPr>
          <p:cNvPr id="178" name="Google Shape;178;p20"/>
          <p:cNvSpPr/>
          <p:nvPr/>
        </p:nvSpPr>
        <p:spPr>
          <a:xfrm flipH="1" rot="-2700000">
            <a:off x="7269707" y="-785088"/>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 name="Google Shape;179;p20"/>
          <p:cNvGrpSpPr/>
          <p:nvPr/>
        </p:nvGrpSpPr>
        <p:grpSpPr>
          <a:xfrm>
            <a:off x="8301188" y="1364544"/>
            <a:ext cx="1737424" cy="1737425"/>
            <a:chOff x="5279626" y="2678000"/>
            <a:chExt cx="1737424" cy="1737425"/>
          </a:xfrm>
        </p:grpSpPr>
        <p:sp>
          <p:nvSpPr>
            <p:cNvPr id="180" name="Google Shape;180;p20"/>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 name="Google Shape;182;p20"/>
          <p:cNvSpPr/>
          <p:nvPr/>
        </p:nvSpPr>
        <p:spPr>
          <a:xfrm flipH="1" rot="-2700000">
            <a:off x="7574507" y="4301262"/>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0"/>
          <p:cNvSpPr/>
          <p:nvPr/>
        </p:nvSpPr>
        <p:spPr>
          <a:xfrm flipH="1" rot="-2700000">
            <a:off x="-836574" y="2950051"/>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
          <p:cNvSpPr/>
          <p:nvPr/>
        </p:nvSpPr>
        <p:spPr>
          <a:xfrm flipH="1" rot="-2700000">
            <a:off x="7503079" y="400333"/>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txBox="1"/>
          <p:nvPr>
            <p:ph idx="1" type="subTitle"/>
          </p:nvPr>
        </p:nvSpPr>
        <p:spPr>
          <a:xfrm>
            <a:off x="847108" y="2458050"/>
            <a:ext cx="2080800" cy="487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186" name="Google Shape;186;p20"/>
          <p:cNvSpPr txBox="1"/>
          <p:nvPr>
            <p:ph idx="2" type="subTitle"/>
          </p:nvPr>
        </p:nvSpPr>
        <p:spPr>
          <a:xfrm>
            <a:off x="3531600" y="2458050"/>
            <a:ext cx="2080800" cy="487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187" name="Google Shape;187;p20"/>
          <p:cNvSpPr txBox="1"/>
          <p:nvPr>
            <p:ph idx="3" type="subTitle"/>
          </p:nvPr>
        </p:nvSpPr>
        <p:spPr>
          <a:xfrm>
            <a:off x="6216091" y="2458050"/>
            <a:ext cx="2080800" cy="487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188" name="Google Shape;188;p20"/>
          <p:cNvSpPr txBox="1"/>
          <p:nvPr>
            <p:ph idx="4" type="subTitle"/>
          </p:nvPr>
        </p:nvSpPr>
        <p:spPr>
          <a:xfrm>
            <a:off x="846875" y="2897550"/>
            <a:ext cx="2080500" cy="931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89" name="Google Shape;189;p20"/>
          <p:cNvSpPr txBox="1"/>
          <p:nvPr>
            <p:ph idx="5" type="subTitle"/>
          </p:nvPr>
        </p:nvSpPr>
        <p:spPr>
          <a:xfrm>
            <a:off x="3531754" y="2897550"/>
            <a:ext cx="2080500" cy="931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90" name="Google Shape;190;p20"/>
          <p:cNvSpPr txBox="1"/>
          <p:nvPr>
            <p:ph idx="6" type="subTitle"/>
          </p:nvPr>
        </p:nvSpPr>
        <p:spPr>
          <a:xfrm>
            <a:off x="6216633" y="2897550"/>
            <a:ext cx="2080500" cy="931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191" name="Google Shape;191;p20"/>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solidFill>
                  <a:schemeClr val="accent2"/>
                </a:solidFill>
              </a:defRPr>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4_1">
    <p:spTree>
      <p:nvGrpSpPr>
        <p:cNvPr id="192" name="Shape 192"/>
        <p:cNvGrpSpPr/>
        <p:nvPr/>
      </p:nvGrpSpPr>
      <p:grpSpPr>
        <a:xfrm>
          <a:off x="0" y="0"/>
          <a:ext cx="0" cy="0"/>
          <a:chOff x="0" y="0"/>
          <a:chExt cx="0" cy="0"/>
        </a:xfrm>
      </p:grpSpPr>
      <p:grpSp>
        <p:nvGrpSpPr>
          <p:cNvPr id="193" name="Google Shape;193;p21"/>
          <p:cNvGrpSpPr/>
          <p:nvPr/>
        </p:nvGrpSpPr>
        <p:grpSpPr>
          <a:xfrm>
            <a:off x="7918165" y="1128995"/>
            <a:ext cx="1737424" cy="1737425"/>
            <a:chOff x="5279626" y="2678000"/>
            <a:chExt cx="1737424" cy="1737425"/>
          </a:xfrm>
        </p:grpSpPr>
        <p:sp>
          <p:nvSpPr>
            <p:cNvPr id="194" name="Google Shape;194;p21"/>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1"/>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 name="Google Shape;196;p21"/>
          <p:cNvSpPr/>
          <p:nvPr/>
        </p:nvSpPr>
        <p:spPr>
          <a:xfrm rot="2700000">
            <a:off x="6718715" y="-121346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
          <p:cNvSpPr/>
          <p:nvPr/>
        </p:nvSpPr>
        <p:spPr>
          <a:xfrm rot="2700000">
            <a:off x="8003990" y="3809481"/>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txBox="1"/>
          <p:nvPr>
            <p:ph idx="1" type="subTitle"/>
          </p:nvPr>
        </p:nvSpPr>
        <p:spPr>
          <a:xfrm>
            <a:off x="3101147" y="1406925"/>
            <a:ext cx="4857000" cy="374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199" name="Google Shape;199;p21"/>
          <p:cNvSpPr txBox="1"/>
          <p:nvPr>
            <p:ph idx="2" type="subTitle"/>
          </p:nvPr>
        </p:nvSpPr>
        <p:spPr>
          <a:xfrm>
            <a:off x="3101147" y="2538225"/>
            <a:ext cx="4857000" cy="374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00" name="Google Shape;200;p21"/>
          <p:cNvSpPr txBox="1"/>
          <p:nvPr>
            <p:ph idx="3" type="subTitle"/>
          </p:nvPr>
        </p:nvSpPr>
        <p:spPr>
          <a:xfrm>
            <a:off x="3101147" y="3707625"/>
            <a:ext cx="4857000" cy="374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01" name="Google Shape;201;p21"/>
          <p:cNvSpPr txBox="1"/>
          <p:nvPr>
            <p:ph idx="4" type="subTitle"/>
          </p:nvPr>
        </p:nvSpPr>
        <p:spPr>
          <a:xfrm>
            <a:off x="3101147" y="1687875"/>
            <a:ext cx="4857000" cy="42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02" name="Google Shape;202;p21"/>
          <p:cNvSpPr txBox="1"/>
          <p:nvPr>
            <p:ph idx="5" type="subTitle"/>
          </p:nvPr>
        </p:nvSpPr>
        <p:spPr>
          <a:xfrm>
            <a:off x="3101149" y="2819175"/>
            <a:ext cx="4857000" cy="42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03" name="Google Shape;203;p21"/>
          <p:cNvSpPr txBox="1"/>
          <p:nvPr>
            <p:ph idx="6" type="subTitle"/>
          </p:nvPr>
        </p:nvSpPr>
        <p:spPr>
          <a:xfrm>
            <a:off x="3101149" y="3988600"/>
            <a:ext cx="4857000" cy="42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04" name="Google Shape;204;p21"/>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
        <p:nvSpPr>
          <p:cNvPr id="205" name="Google Shape;205;p21"/>
          <p:cNvSpPr/>
          <p:nvPr/>
        </p:nvSpPr>
        <p:spPr>
          <a:xfrm rot="2700000">
            <a:off x="8609374" y="-17564"/>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1">
    <p:spTree>
      <p:nvGrpSpPr>
        <p:cNvPr id="206" name="Shape 206"/>
        <p:cNvGrpSpPr/>
        <p:nvPr/>
      </p:nvGrpSpPr>
      <p:grpSpPr>
        <a:xfrm>
          <a:off x="0" y="0"/>
          <a:ext cx="0" cy="0"/>
          <a:chOff x="0" y="0"/>
          <a:chExt cx="0" cy="0"/>
        </a:xfrm>
      </p:grpSpPr>
      <p:sp>
        <p:nvSpPr>
          <p:cNvPr id="207" name="Google Shape;207;p22"/>
          <p:cNvSpPr/>
          <p:nvPr/>
        </p:nvSpPr>
        <p:spPr>
          <a:xfrm rot="2700000">
            <a:off x="6468450" y="-2027154"/>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22"/>
          <p:cNvGrpSpPr/>
          <p:nvPr/>
        </p:nvGrpSpPr>
        <p:grpSpPr>
          <a:xfrm>
            <a:off x="8023863" y="4137754"/>
            <a:ext cx="1737424" cy="1737425"/>
            <a:chOff x="5279626" y="2678000"/>
            <a:chExt cx="1737424" cy="1737425"/>
          </a:xfrm>
        </p:grpSpPr>
        <p:sp>
          <p:nvSpPr>
            <p:cNvPr id="209" name="Google Shape;209;p22"/>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 name="Google Shape;211;p22"/>
          <p:cNvSpPr txBox="1"/>
          <p:nvPr>
            <p:ph idx="1" type="subTitle"/>
          </p:nvPr>
        </p:nvSpPr>
        <p:spPr>
          <a:xfrm>
            <a:off x="709087" y="3098077"/>
            <a:ext cx="2469600" cy="513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12" name="Google Shape;212;p22"/>
          <p:cNvSpPr txBox="1"/>
          <p:nvPr>
            <p:ph idx="2" type="subTitle"/>
          </p:nvPr>
        </p:nvSpPr>
        <p:spPr>
          <a:xfrm>
            <a:off x="5958755" y="1536275"/>
            <a:ext cx="2472000" cy="513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13" name="Google Shape;213;p22"/>
          <p:cNvSpPr txBox="1"/>
          <p:nvPr>
            <p:ph idx="3" type="subTitle"/>
          </p:nvPr>
        </p:nvSpPr>
        <p:spPr>
          <a:xfrm>
            <a:off x="713250" y="1536275"/>
            <a:ext cx="2468700" cy="513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14" name="Google Shape;214;p22"/>
          <p:cNvSpPr txBox="1"/>
          <p:nvPr>
            <p:ph idx="4" type="subTitle"/>
          </p:nvPr>
        </p:nvSpPr>
        <p:spPr>
          <a:xfrm>
            <a:off x="713250" y="1973151"/>
            <a:ext cx="2468700" cy="667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15" name="Google Shape;215;p22"/>
          <p:cNvSpPr txBox="1"/>
          <p:nvPr>
            <p:ph idx="5" type="subTitle"/>
          </p:nvPr>
        </p:nvSpPr>
        <p:spPr>
          <a:xfrm>
            <a:off x="5958741" y="1973176"/>
            <a:ext cx="2472000" cy="667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16" name="Google Shape;216;p22"/>
          <p:cNvSpPr txBox="1"/>
          <p:nvPr>
            <p:ph idx="6" type="subTitle"/>
          </p:nvPr>
        </p:nvSpPr>
        <p:spPr>
          <a:xfrm>
            <a:off x="709087" y="3535006"/>
            <a:ext cx="2468700" cy="667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17" name="Google Shape;217;p22"/>
          <p:cNvSpPr txBox="1"/>
          <p:nvPr>
            <p:ph idx="7" type="subTitle"/>
          </p:nvPr>
        </p:nvSpPr>
        <p:spPr>
          <a:xfrm>
            <a:off x="5965318" y="3098089"/>
            <a:ext cx="2469600" cy="513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18" name="Google Shape;218;p22"/>
          <p:cNvSpPr txBox="1"/>
          <p:nvPr>
            <p:ph idx="8" type="subTitle"/>
          </p:nvPr>
        </p:nvSpPr>
        <p:spPr>
          <a:xfrm>
            <a:off x="5965275" y="3535013"/>
            <a:ext cx="2469300" cy="667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19" name="Google Shape;219;p22"/>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9">
    <p:spTree>
      <p:nvGrpSpPr>
        <p:cNvPr id="220" name="Shape 220"/>
        <p:cNvGrpSpPr/>
        <p:nvPr/>
      </p:nvGrpSpPr>
      <p:grpSpPr>
        <a:xfrm>
          <a:off x="0" y="0"/>
          <a:ext cx="0" cy="0"/>
          <a:chOff x="0" y="0"/>
          <a:chExt cx="0" cy="0"/>
        </a:xfrm>
      </p:grpSpPr>
      <p:sp>
        <p:nvSpPr>
          <p:cNvPr id="221" name="Google Shape;221;p23"/>
          <p:cNvSpPr/>
          <p:nvPr/>
        </p:nvSpPr>
        <p:spPr>
          <a:xfrm rot="2700000">
            <a:off x="-426773" y="3998931"/>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 name="Google Shape;222;p23"/>
          <p:cNvGrpSpPr/>
          <p:nvPr/>
        </p:nvGrpSpPr>
        <p:grpSpPr>
          <a:xfrm>
            <a:off x="7047817" y="4294625"/>
            <a:ext cx="1737424" cy="1737425"/>
            <a:chOff x="5279626" y="2678000"/>
            <a:chExt cx="1737424" cy="1737425"/>
          </a:xfrm>
        </p:grpSpPr>
        <p:sp>
          <p:nvSpPr>
            <p:cNvPr id="223" name="Google Shape;223;p23"/>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3"/>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 name="Google Shape;225;p23"/>
          <p:cNvGrpSpPr/>
          <p:nvPr/>
        </p:nvGrpSpPr>
        <p:grpSpPr>
          <a:xfrm>
            <a:off x="2120951" y="3896687"/>
            <a:ext cx="1737424" cy="1737425"/>
            <a:chOff x="5279626" y="2678000"/>
            <a:chExt cx="1737424" cy="1737425"/>
          </a:xfrm>
        </p:grpSpPr>
        <p:sp>
          <p:nvSpPr>
            <p:cNvPr id="226" name="Google Shape;226;p23"/>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 name="Google Shape;228;p23"/>
          <p:cNvSpPr/>
          <p:nvPr/>
        </p:nvSpPr>
        <p:spPr>
          <a:xfrm rot="2700000">
            <a:off x="8710910" y="2596484"/>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p:nvPr/>
        </p:nvSpPr>
        <p:spPr>
          <a:xfrm rot="2700000">
            <a:off x="8673040" y="3276981"/>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3"/>
          <p:cNvSpPr txBox="1"/>
          <p:nvPr>
            <p:ph idx="1" type="subTitle"/>
          </p:nvPr>
        </p:nvSpPr>
        <p:spPr>
          <a:xfrm>
            <a:off x="713325" y="2620994"/>
            <a:ext cx="1929300" cy="42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31" name="Google Shape;231;p23"/>
          <p:cNvSpPr txBox="1"/>
          <p:nvPr>
            <p:ph idx="2" type="subTitle"/>
          </p:nvPr>
        </p:nvSpPr>
        <p:spPr>
          <a:xfrm>
            <a:off x="2644248" y="2620994"/>
            <a:ext cx="1929300" cy="42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32" name="Google Shape;232;p23"/>
          <p:cNvSpPr txBox="1"/>
          <p:nvPr>
            <p:ph idx="3" type="subTitle"/>
          </p:nvPr>
        </p:nvSpPr>
        <p:spPr>
          <a:xfrm>
            <a:off x="4571354" y="2620994"/>
            <a:ext cx="1929300" cy="42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33" name="Google Shape;233;p23"/>
          <p:cNvSpPr txBox="1"/>
          <p:nvPr>
            <p:ph idx="4" type="subTitle"/>
          </p:nvPr>
        </p:nvSpPr>
        <p:spPr>
          <a:xfrm>
            <a:off x="713225" y="3031919"/>
            <a:ext cx="1929000" cy="619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34" name="Google Shape;234;p23"/>
          <p:cNvSpPr txBox="1"/>
          <p:nvPr>
            <p:ph idx="5" type="subTitle"/>
          </p:nvPr>
        </p:nvSpPr>
        <p:spPr>
          <a:xfrm>
            <a:off x="2642284" y="3031919"/>
            <a:ext cx="1929000" cy="619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35" name="Google Shape;235;p23"/>
          <p:cNvSpPr txBox="1"/>
          <p:nvPr>
            <p:ph idx="6" type="subTitle"/>
          </p:nvPr>
        </p:nvSpPr>
        <p:spPr>
          <a:xfrm>
            <a:off x="4571970" y="3031919"/>
            <a:ext cx="1929000" cy="619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36" name="Google Shape;236;p23"/>
          <p:cNvSpPr txBox="1"/>
          <p:nvPr>
            <p:ph idx="7" type="subTitle"/>
          </p:nvPr>
        </p:nvSpPr>
        <p:spPr>
          <a:xfrm>
            <a:off x="6501031" y="2620994"/>
            <a:ext cx="1929300" cy="42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37" name="Google Shape;237;p23"/>
          <p:cNvSpPr txBox="1"/>
          <p:nvPr>
            <p:ph idx="8" type="subTitle"/>
          </p:nvPr>
        </p:nvSpPr>
        <p:spPr>
          <a:xfrm>
            <a:off x="6501650" y="3031919"/>
            <a:ext cx="1929000" cy="619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38" name="Google Shape;238;p23"/>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5">
    <p:spTree>
      <p:nvGrpSpPr>
        <p:cNvPr id="239" name="Shape 239"/>
        <p:cNvGrpSpPr/>
        <p:nvPr/>
      </p:nvGrpSpPr>
      <p:grpSpPr>
        <a:xfrm>
          <a:off x="0" y="0"/>
          <a:ext cx="0" cy="0"/>
          <a:chOff x="0" y="0"/>
          <a:chExt cx="0" cy="0"/>
        </a:xfrm>
      </p:grpSpPr>
      <p:grpSp>
        <p:nvGrpSpPr>
          <p:cNvPr id="240" name="Google Shape;240;p24"/>
          <p:cNvGrpSpPr/>
          <p:nvPr/>
        </p:nvGrpSpPr>
        <p:grpSpPr>
          <a:xfrm>
            <a:off x="7121751" y="-526275"/>
            <a:ext cx="1737424" cy="1737425"/>
            <a:chOff x="5279626" y="2678000"/>
            <a:chExt cx="1737424" cy="1737425"/>
          </a:xfrm>
        </p:grpSpPr>
        <p:sp>
          <p:nvSpPr>
            <p:cNvPr id="241" name="Google Shape;241;p24"/>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4"/>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 name="Google Shape;243;p24"/>
          <p:cNvSpPr/>
          <p:nvPr/>
        </p:nvSpPr>
        <p:spPr>
          <a:xfrm rot="2700000">
            <a:off x="5140223" y="-1711956"/>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4"/>
          <p:cNvSpPr/>
          <p:nvPr/>
        </p:nvSpPr>
        <p:spPr>
          <a:xfrm rot="2700000">
            <a:off x="8544832" y="14541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 name="Google Shape;245;p24"/>
          <p:cNvGrpSpPr/>
          <p:nvPr/>
        </p:nvGrpSpPr>
        <p:grpSpPr>
          <a:xfrm>
            <a:off x="1521943" y="4295734"/>
            <a:ext cx="1737424" cy="1737425"/>
            <a:chOff x="5279626" y="2678000"/>
            <a:chExt cx="1737424" cy="1737425"/>
          </a:xfrm>
        </p:grpSpPr>
        <p:sp>
          <p:nvSpPr>
            <p:cNvPr id="246" name="Google Shape;246;p24"/>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4"/>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 name="Google Shape;248;p24"/>
          <p:cNvSpPr/>
          <p:nvPr/>
        </p:nvSpPr>
        <p:spPr>
          <a:xfrm flipH="1" rot="-2700000">
            <a:off x="-1371006" y="4018137"/>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4"/>
          <p:cNvSpPr/>
          <p:nvPr/>
        </p:nvSpPr>
        <p:spPr>
          <a:xfrm flipH="1" rot="-2700000">
            <a:off x="428520" y="2576425"/>
            <a:ext cx="123885" cy="28476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4"/>
          <p:cNvSpPr txBox="1"/>
          <p:nvPr>
            <p:ph idx="1" type="subTitle"/>
          </p:nvPr>
        </p:nvSpPr>
        <p:spPr>
          <a:xfrm>
            <a:off x="917700" y="1552973"/>
            <a:ext cx="2127300" cy="5394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51" name="Google Shape;251;p24"/>
          <p:cNvSpPr txBox="1"/>
          <p:nvPr>
            <p:ph idx="2" type="subTitle"/>
          </p:nvPr>
        </p:nvSpPr>
        <p:spPr>
          <a:xfrm>
            <a:off x="918225" y="3121402"/>
            <a:ext cx="2127300" cy="5394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52" name="Google Shape;252;p24"/>
          <p:cNvSpPr txBox="1"/>
          <p:nvPr>
            <p:ph idx="3" type="subTitle"/>
          </p:nvPr>
        </p:nvSpPr>
        <p:spPr>
          <a:xfrm>
            <a:off x="6100257" y="1552973"/>
            <a:ext cx="2127300" cy="5394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53" name="Google Shape;253;p24"/>
          <p:cNvSpPr txBox="1"/>
          <p:nvPr>
            <p:ph idx="4" type="subTitle"/>
          </p:nvPr>
        </p:nvSpPr>
        <p:spPr>
          <a:xfrm>
            <a:off x="3508833" y="3121402"/>
            <a:ext cx="2127300" cy="5394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54" name="Google Shape;254;p24"/>
          <p:cNvSpPr txBox="1"/>
          <p:nvPr>
            <p:ph idx="5" type="subTitle"/>
          </p:nvPr>
        </p:nvSpPr>
        <p:spPr>
          <a:xfrm>
            <a:off x="6101573" y="3121402"/>
            <a:ext cx="2127300" cy="5394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55" name="Google Shape;255;p24"/>
          <p:cNvSpPr txBox="1"/>
          <p:nvPr>
            <p:ph idx="6" type="subTitle"/>
          </p:nvPr>
        </p:nvSpPr>
        <p:spPr>
          <a:xfrm>
            <a:off x="3508834" y="1552973"/>
            <a:ext cx="2127300" cy="5394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256" name="Google Shape;256;p24"/>
          <p:cNvSpPr txBox="1"/>
          <p:nvPr>
            <p:ph idx="7" type="subTitle"/>
          </p:nvPr>
        </p:nvSpPr>
        <p:spPr>
          <a:xfrm>
            <a:off x="917595" y="1942094"/>
            <a:ext cx="21264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57" name="Google Shape;257;p24"/>
          <p:cNvSpPr txBox="1"/>
          <p:nvPr>
            <p:ph idx="8" type="subTitle"/>
          </p:nvPr>
        </p:nvSpPr>
        <p:spPr>
          <a:xfrm>
            <a:off x="916087" y="3516131"/>
            <a:ext cx="21264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58" name="Google Shape;258;p24"/>
          <p:cNvSpPr txBox="1"/>
          <p:nvPr>
            <p:ph idx="9" type="subTitle"/>
          </p:nvPr>
        </p:nvSpPr>
        <p:spPr>
          <a:xfrm>
            <a:off x="6100945" y="1942094"/>
            <a:ext cx="21264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59" name="Google Shape;259;p24"/>
          <p:cNvSpPr txBox="1"/>
          <p:nvPr>
            <p:ph idx="13" type="subTitle"/>
          </p:nvPr>
        </p:nvSpPr>
        <p:spPr>
          <a:xfrm>
            <a:off x="3508746" y="3516131"/>
            <a:ext cx="21264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0" name="Google Shape;260;p24"/>
          <p:cNvSpPr txBox="1"/>
          <p:nvPr>
            <p:ph idx="14" type="subTitle"/>
          </p:nvPr>
        </p:nvSpPr>
        <p:spPr>
          <a:xfrm>
            <a:off x="6099424" y="3516131"/>
            <a:ext cx="21264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1" name="Google Shape;261;p24"/>
          <p:cNvSpPr txBox="1"/>
          <p:nvPr>
            <p:ph idx="15" type="subTitle"/>
          </p:nvPr>
        </p:nvSpPr>
        <p:spPr>
          <a:xfrm>
            <a:off x="3509513" y="1942094"/>
            <a:ext cx="21264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2" name="Google Shape;262;p24"/>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38">
    <p:spTree>
      <p:nvGrpSpPr>
        <p:cNvPr id="263" name="Shape 263"/>
        <p:cNvGrpSpPr/>
        <p:nvPr/>
      </p:nvGrpSpPr>
      <p:grpSpPr>
        <a:xfrm>
          <a:off x="0" y="0"/>
          <a:ext cx="0" cy="0"/>
          <a:chOff x="0" y="0"/>
          <a:chExt cx="0" cy="0"/>
        </a:xfrm>
      </p:grpSpPr>
      <p:sp>
        <p:nvSpPr>
          <p:cNvPr id="264" name="Google Shape;264;p25"/>
          <p:cNvSpPr/>
          <p:nvPr/>
        </p:nvSpPr>
        <p:spPr>
          <a:xfrm rot="2700000">
            <a:off x="7311827" y="-40506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
          <p:cNvSpPr/>
          <p:nvPr/>
        </p:nvSpPr>
        <p:spPr>
          <a:xfrm rot="2700000">
            <a:off x="8993882" y="1281956"/>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5"/>
          <p:cNvSpPr/>
          <p:nvPr/>
        </p:nvSpPr>
        <p:spPr>
          <a:xfrm rot="2700000">
            <a:off x="89288" y="4183442"/>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5"/>
          <p:cNvSpPr/>
          <p:nvPr/>
        </p:nvSpPr>
        <p:spPr>
          <a:xfrm rot="2700000">
            <a:off x="-1801760" y="2988319"/>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5"/>
          <p:cNvSpPr txBox="1"/>
          <p:nvPr>
            <p:ph idx="1" type="subTitle"/>
          </p:nvPr>
        </p:nvSpPr>
        <p:spPr>
          <a:xfrm>
            <a:off x="2465250" y="1577425"/>
            <a:ext cx="1805100" cy="478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Francois One"/>
              <a:buNone/>
              <a:defRPr sz="2600">
                <a:latin typeface="DM Serif Display"/>
                <a:ea typeface="DM Serif Display"/>
                <a:cs typeface="DM Serif Display"/>
                <a:sym typeface="DM Serif Display"/>
              </a:defRPr>
            </a:lvl1pPr>
            <a:lvl2pPr lvl="1" rtl="0">
              <a:spcBef>
                <a:spcPts val="0"/>
              </a:spcBef>
              <a:spcAft>
                <a:spcPts val="0"/>
              </a:spcAft>
              <a:buSzPts val="2400"/>
              <a:buFont typeface="Francois One"/>
              <a:buNone/>
              <a:defRPr sz="2400">
                <a:latin typeface="Francois One"/>
                <a:ea typeface="Francois One"/>
                <a:cs typeface="Francois One"/>
                <a:sym typeface="Francois One"/>
              </a:defRPr>
            </a:lvl2pPr>
            <a:lvl3pPr lvl="2" rtl="0">
              <a:spcBef>
                <a:spcPts val="0"/>
              </a:spcBef>
              <a:spcAft>
                <a:spcPts val="0"/>
              </a:spcAft>
              <a:buSzPts val="2400"/>
              <a:buFont typeface="Francois One"/>
              <a:buNone/>
              <a:defRPr sz="2400">
                <a:latin typeface="Francois One"/>
                <a:ea typeface="Francois One"/>
                <a:cs typeface="Francois One"/>
                <a:sym typeface="Francois One"/>
              </a:defRPr>
            </a:lvl3pPr>
            <a:lvl4pPr lvl="3" rtl="0">
              <a:spcBef>
                <a:spcPts val="0"/>
              </a:spcBef>
              <a:spcAft>
                <a:spcPts val="0"/>
              </a:spcAft>
              <a:buSzPts val="2400"/>
              <a:buFont typeface="Francois One"/>
              <a:buNone/>
              <a:defRPr sz="2400">
                <a:latin typeface="Francois One"/>
                <a:ea typeface="Francois One"/>
                <a:cs typeface="Francois One"/>
                <a:sym typeface="Francois One"/>
              </a:defRPr>
            </a:lvl4pPr>
            <a:lvl5pPr lvl="4" rtl="0">
              <a:spcBef>
                <a:spcPts val="0"/>
              </a:spcBef>
              <a:spcAft>
                <a:spcPts val="0"/>
              </a:spcAft>
              <a:buSzPts val="2400"/>
              <a:buFont typeface="Francois One"/>
              <a:buNone/>
              <a:defRPr sz="2400">
                <a:latin typeface="Francois One"/>
                <a:ea typeface="Francois One"/>
                <a:cs typeface="Francois One"/>
                <a:sym typeface="Francois One"/>
              </a:defRPr>
            </a:lvl5pPr>
            <a:lvl6pPr lvl="5" rtl="0">
              <a:spcBef>
                <a:spcPts val="0"/>
              </a:spcBef>
              <a:spcAft>
                <a:spcPts val="0"/>
              </a:spcAft>
              <a:buSzPts val="2400"/>
              <a:buFont typeface="Francois One"/>
              <a:buNone/>
              <a:defRPr sz="2400">
                <a:latin typeface="Francois One"/>
                <a:ea typeface="Francois One"/>
                <a:cs typeface="Francois One"/>
                <a:sym typeface="Francois One"/>
              </a:defRPr>
            </a:lvl6pPr>
            <a:lvl7pPr lvl="6" rtl="0">
              <a:spcBef>
                <a:spcPts val="0"/>
              </a:spcBef>
              <a:spcAft>
                <a:spcPts val="0"/>
              </a:spcAft>
              <a:buSzPts val="2400"/>
              <a:buFont typeface="Francois One"/>
              <a:buNone/>
              <a:defRPr sz="2400">
                <a:latin typeface="Francois One"/>
                <a:ea typeface="Francois One"/>
                <a:cs typeface="Francois One"/>
                <a:sym typeface="Francois One"/>
              </a:defRPr>
            </a:lvl7pPr>
            <a:lvl8pPr lvl="7" rtl="0">
              <a:spcBef>
                <a:spcPts val="0"/>
              </a:spcBef>
              <a:spcAft>
                <a:spcPts val="0"/>
              </a:spcAft>
              <a:buSzPts val="2400"/>
              <a:buFont typeface="Francois One"/>
              <a:buNone/>
              <a:defRPr sz="2400">
                <a:latin typeface="Francois One"/>
                <a:ea typeface="Francois One"/>
                <a:cs typeface="Francois One"/>
                <a:sym typeface="Francois One"/>
              </a:defRPr>
            </a:lvl8pPr>
            <a:lvl9pPr lvl="8" rtl="0">
              <a:spcBef>
                <a:spcPts val="0"/>
              </a:spcBef>
              <a:spcAft>
                <a:spcPts val="0"/>
              </a:spcAft>
              <a:buSzPts val="2400"/>
              <a:buFont typeface="Francois One"/>
              <a:buNone/>
              <a:defRPr sz="2400">
                <a:latin typeface="Francois One"/>
                <a:ea typeface="Francois One"/>
                <a:cs typeface="Francois One"/>
                <a:sym typeface="Francois One"/>
              </a:defRPr>
            </a:lvl9pPr>
          </a:lstStyle>
          <a:p/>
        </p:txBody>
      </p:sp>
      <p:sp>
        <p:nvSpPr>
          <p:cNvPr id="269" name="Google Shape;269;p25"/>
          <p:cNvSpPr txBox="1"/>
          <p:nvPr>
            <p:ph hasCustomPrompt="1" type="title"/>
          </p:nvPr>
        </p:nvSpPr>
        <p:spPr>
          <a:xfrm>
            <a:off x="1143461" y="2297169"/>
            <a:ext cx="1017000" cy="5352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70" name="Google Shape;270;p25"/>
          <p:cNvSpPr txBox="1"/>
          <p:nvPr>
            <p:ph idx="2" type="subTitle"/>
          </p:nvPr>
        </p:nvSpPr>
        <p:spPr>
          <a:xfrm>
            <a:off x="2465250" y="1969376"/>
            <a:ext cx="1805100" cy="8088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71" name="Google Shape;271;p25"/>
          <p:cNvSpPr txBox="1"/>
          <p:nvPr>
            <p:ph idx="3" type="subTitle"/>
          </p:nvPr>
        </p:nvSpPr>
        <p:spPr>
          <a:xfrm>
            <a:off x="2465250" y="3148624"/>
            <a:ext cx="1805100" cy="478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Francois One"/>
              <a:buNone/>
              <a:defRPr sz="2600">
                <a:latin typeface="DM Serif Display"/>
                <a:ea typeface="DM Serif Display"/>
                <a:cs typeface="DM Serif Display"/>
                <a:sym typeface="DM Serif Display"/>
              </a:defRPr>
            </a:lvl1pPr>
            <a:lvl2pPr lvl="1" rtl="0">
              <a:spcBef>
                <a:spcPts val="0"/>
              </a:spcBef>
              <a:spcAft>
                <a:spcPts val="0"/>
              </a:spcAft>
              <a:buSzPts val="2400"/>
              <a:buFont typeface="Francois One"/>
              <a:buNone/>
              <a:defRPr sz="2400">
                <a:latin typeface="Francois One"/>
                <a:ea typeface="Francois One"/>
                <a:cs typeface="Francois One"/>
                <a:sym typeface="Francois One"/>
              </a:defRPr>
            </a:lvl2pPr>
            <a:lvl3pPr lvl="2" rtl="0">
              <a:spcBef>
                <a:spcPts val="0"/>
              </a:spcBef>
              <a:spcAft>
                <a:spcPts val="0"/>
              </a:spcAft>
              <a:buSzPts val="2400"/>
              <a:buFont typeface="Francois One"/>
              <a:buNone/>
              <a:defRPr sz="2400">
                <a:latin typeface="Francois One"/>
                <a:ea typeface="Francois One"/>
                <a:cs typeface="Francois One"/>
                <a:sym typeface="Francois One"/>
              </a:defRPr>
            </a:lvl3pPr>
            <a:lvl4pPr lvl="3" rtl="0">
              <a:spcBef>
                <a:spcPts val="0"/>
              </a:spcBef>
              <a:spcAft>
                <a:spcPts val="0"/>
              </a:spcAft>
              <a:buSzPts val="2400"/>
              <a:buFont typeface="Francois One"/>
              <a:buNone/>
              <a:defRPr sz="2400">
                <a:latin typeface="Francois One"/>
                <a:ea typeface="Francois One"/>
                <a:cs typeface="Francois One"/>
                <a:sym typeface="Francois One"/>
              </a:defRPr>
            </a:lvl4pPr>
            <a:lvl5pPr lvl="4" rtl="0">
              <a:spcBef>
                <a:spcPts val="0"/>
              </a:spcBef>
              <a:spcAft>
                <a:spcPts val="0"/>
              </a:spcAft>
              <a:buSzPts val="2400"/>
              <a:buFont typeface="Francois One"/>
              <a:buNone/>
              <a:defRPr sz="2400">
                <a:latin typeface="Francois One"/>
                <a:ea typeface="Francois One"/>
                <a:cs typeface="Francois One"/>
                <a:sym typeface="Francois One"/>
              </a:defRPr>
            </a:lvl5pPr>
            <a:lvl6pPr lvl="5" rtl="0">
              <a:spcBef>
                <a:spcPts val="0"/>
              </a:spcBef>
              <a:spcAft>
                <a:spcPts val="0"/>
              </a:spcAft>
              <a:buSzPts val="2400"/>
              <a:buFont typeface="Francois One"/>
              <a:buNone/>
              <a:defRPr sz="2400">
                <a:latin typeface="Francois One"/>
                <a:ea typeface="Francois One"/>
                <a:cs typeface="Francois One"/>
                <a:sym typeface="Francois One"/>
              </a:defRPr>
            </a:lvl6pPr>
            <a:lvl7pPr lvl="6" rtl="0">
              <a:spcBef>
                <a:spcPts val="0"/>
              </a:spcBef>
              <a:spcAft>
                <a:spcPts val="0"/>
              </a:spcAft>
              <a:buSzPts val="2400"/>
              <a:buFont typeface="Francois One"/>
              <a:buNone/>
              <a:defRPr sz="2400">
                <a:latin typeface="Francois One"/>
                <a:ea typeface="Francois One"/>
                <a:cs typeface="Francois One"/>
                <a:sym typeface="Francois One"/>
              </a:defRPr>
            </a:lvl7pPr>
            <a:lvl8pPr lvl="7" rtl="0">
              <a:spcBef>
                <a:spcPts val="0"/>
              </a:spcBef>
              <a:spcAft>
                <a:spcPts val="0"/>
              </a:spcAft>
              <a:buSzPts val="2400"/>
              <a:buFont typeface="Francois One"/>
              <a:buNone/>
              <a:defRPr sz="2400">
                <a:latin typeface="Francois One"/>
                <a:ea typeface="Francois One"/>
                <a:cs typeface="Francois One"/>
                <a:sym typeface="Francois One"/>
              </a:defRPr>
            </a:lvl8pPr>
            <a:lvl9pPr lvl="8" rtl="0">
              <a:spcBef>
                <a:spcPts val="0"/>
              </a:spcBef>
              <a:spcAft>
                <a:spcPts val="0"/>
              </a:spcAft>
              <a:buSzPts val="2400"/>
              <a:buFont typeface="Francois One"/>
              <a:buNone/>
              <a:defRPr sz="2400">
                <a:latin typeface="Francois One"/>
                <a:ea typeface="Francois One"/>
                <a:cs typeface="Francois One"/>
                <a:sym typeface="Francois One"/>
              </a:defRPr>
            </a:lvl9pPr>
          </a:lstStyle>
          <a:p/>
        </p:txBody>
      </p:sp>
      <p:sp>
        <p:nvSpPr>
          <p:cNvPr id="272" name="Google Shape;272;p25"/>
          <p:cNvSpPr txBox="1"/>
          <p:nvPr>
            <p:ph hasCustomPrompt="1" idx="4" type="title"/>
          </p:nvPr>
        </p:nvSpPr>
        <p:spPr>
          <a:xfrm>
            <a:off x="1144514" y="3847094"/>
            <a:ext cx="1014900" cy="5352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73" name="Google Shape;273;p25"/>
          <p:cNvSpPr txBox="1"/>
          <p:nvPr>
            <p:ph idx="5" type="subTitle"/>
          </p:nvPr>
        </p:nvSpPr>
        <p:spPr>
          <a:xfrm>
            <a:off x="2465250" y="3540575"/>
            <a:ext cx="1805100" cy="8088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74" name="Google Shape;274;p25"/>
          <p:cNvSpPr txBox="1"/>
          <p:nvPr>
            <p:ph idx="6" type="subTitle"/>
          </p:nvPr>
        </p:nvSpPr>
        <p:spPr>
          <a:xfrm>
            <a:off x="5919557" y="1577425"/>
            <a:ext cx="1805100" cy="478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Francois One"/>
              <a:buNone/>
              <a:defRPr sz="2600">
                <a:latin typeface="DM Serif Display"/>
                <a:ea typeface="DM Serif Display"/>
                <a:cs typeface="DM Serif Display"/>
                <a:sym typeface="DM Serif Display"/>
              </a:defRPr>
            </a:lvl1pPr>
            <a:lvl2pPr lvl="1" rtl="0">
              <a:spcBef>
                <a:spcPts val="0"/>
              </a:spcBef>
              <a:spcAft>
                <a:spcPts val="0"/>
              </a:spcAft>
              <a:buSzPts val="2400"/>
              <a:buFont typeface="Francois One"/>
              <a:buNone/>
              <a:defRPr sz="2400">
                <a:latin typeface="Francois One"/>
                <a:ea typeface="Francois One"/>
                <a:cs typeface="Francois One"/>
                <a:sym typeface="Francois One"/>
              </a:defRPr>
            </a:lvl2pPr>
            <a:lvl3pPr lvl="2" rtl="0">
              <a:spcBef>
                <a:spcPts val="0"/>
              </a:spcBef>
              <a:spcAft>
                <a:spcPts val="0"/>
              </a:spcAft>
              <a:buSzPts val="2400"/>
              <a:buFont typeface="Francois One"/>
              <a:buNone/>
              <a:defRPr sz="2400">
                <a:latin typeface="Francois One"/>
                <a:ea typeface="Francois One"/>
                <a:cs typeface="Francois One"/>
                <a:sym typeface="Francois One"/>
              </a:defRPr>
            </a:lvl3pPr>
            <a:lvl4pPr lvl="3" rtl="0">
              <a:spcBef>
                <a:spcPts val="0"/>
              </a:spcBef>
              <a:spcAft>
                <a:spcPts val="0"/>
              </a:spcAft>
              <a:buSzPts val="2400"/>
              <a:buFont typeface="Francois One"/>
              <a:buNone/>
              <a:defRPr sz="2400">
                <a:latin typeface="Francois One"/>
                <a:ea typeface="Francois One"/>
                <a:cs typeface="Francois One"/>
                <a:sym typeface="Francois One"/>
              </a:defRPr>
            </a:lvl4pPr>
            <a:lvl5pPr lvl="4" rtl="0">
              <a:spcBef>
                <a:spcPts val="0"/>
              </a:spcBef>
              <a:spcAft>
                <a:spcPts val="0"/>
              </a:spcAft>
              <a:buSzPts val="2400"/>
              <a:buFont typeface="Francois One"/>
              <a:buNone/>
              <a:defRPr sz="2400">
                <a:latin typeface="Francois One"/>
                <a:ea typeface="Francois One"/>
                <a:cs typeface="Francois One"/>
                <a:sym typeface="Francois One"/>
              </a:defRPr>
            </a:lvl5pPr>
            <a:lvl6pPr lvl="5" rtl="0">
              <a:spcBef>
                <a:spcPts val="0"/>
              </a:spcBef>
              <a:spcAft>
                <a:spcPts val="0"/>
              </a:spcAft>
              <a:buSzPts val="2400"/>
              <a:buFont typeface="Francois One"/>
              <a:buNone/>
              <a:defRPr sz="2400">
                <a:latin typeface="Francois One"/>
                <a:ea typeface="Francois One"/>
                <a:cs typeface="Francois One"/>
                <a:sym typeface="Francois One"/>
              </a:defRPr>
            </a:lvl6pPr>
            <a:lvl7pPr lvl="6" rtl="0">
              <a:spcBef>
                <a:spcPts val="0"/>
              </a:spcBef>
              <a:spcAft>
                <a:spcPts val="0"/>
              </a:spcAft>
              <a:buSzPts val="2400"/>
              <a:buFont typeface="Francois One"/>
              <a:buNone/>
              <a:defRPr sz="2400">
                <a:latin typeface="Francois One"/>
                <a:ea typeface="Francois One"/>
                <a:cs typeface="Francois One"/>
                <a:sym typeface="Francois One"/>
              </a:defRPr>
            </a:lvl7pPr>
            <a:lvl8pPr lvl="7" rtl="0">
              <a:spcBef>
                <a:spcPts val="0"/>
              </a:spcBef>
              <a:spcAft>
                <a:spcPts val="0"/>
              </a:spcAft>
              <a:buSzPts val="2400"/>
              <a:buFont typeface="Francois One"/>
              <a:buNone/>
              <a:defRPr sz="2400">
                <a:latin typeface="Francois One"/>
                <a:ea typeface="Francois One"/>
                <a:cs typeface="Francois One"/>
                <a:sym typeface="Francois One"/>
              </a:defRPr>
            </a:lvl8pPr>
            <a:lvl9pPr lvl="8" rtl="0">
              <a:spcBef>
                <a:spcPts val="0"/>
              </a:spcBef>
              <a:spcAft>
                <a:spcPts val="0"/>
              </a:spcAft>
              <a:buSzPts val="2400"/>
              <a:buFont typeface="Francois One"/>
              <a:buNone/>
              <a:defRPr sz="2400">
                <a:latin typeface="Francois One"/>
                <a:ea typeface="Francois One"/>
                <a:cs typeface="Francois One"/>
                <a:sym typeface="Francois One"/>
              </a:defRPr>
            </a:lvl9pPr>
          </a:lstStyle>
          <a:p/>
        </p:txBody>
      </p:sp>
      <p:sp>
        <p:nvSpPr>
          <p:cNvPr id="275" name="Google Shape;275;p25"/>
          <p:cNvSpPr txBox="1"/>
          <p:nvPr>
            <p:ph hasCustomPrompt="1" idx="7" type="title"/>
          </p:nvPr>
        </p:nvSpPr>
        <p:spPr>
          <a:xfrm>
            <a:off x="4894286" y="2297169"/>
            <a:ext cx="1017000" cy="5352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76" name="Google Shape;276;p25"/>
          <p:cNvSpPr txBox="1"/>
          <p:nvPr>
            <p:ph idx="8" type="subTitle"/>
          </p:nvPr>
        </p:nvSpPr>
        <p:spPr>
          <a:xfrm>
            <a:off x="5919557" y="1969376"/>
            <a:ext cx="1805100" cy="8088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77" name="Google Shape;277;p25"/>
          <p:cNvSpPr txBox="1"/>
          <p:nvPr>
            <p:ph idx="9" type="subTitle"/>
          </p:nvPr>
        </p:nvSpPr>
        <p:spPr>
          <a:xfrm>
            <a:off x="5919557" y="3148624"/>
            <a:ext cx="1805100" cy="478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Francois One"/>
              <a:buNone/>
              <a:defRPr sz="2600">
                <a:latin typeface="DM Serif Display"/>
                <a:ea typeface="DM Serif Display"/>
                <a:cs typeface="DM Serif Display"/>
                <a:sym typeface="DM Serif Display"/>
              </a:defRPr>
            </a:lvl1pPr>
            <a:lvl2pPr lvl="1" rtl="0">
              <a:spcBef>
                <a:spcPts val="0"/>
              </a:spcBef>
              <a:spcAft>
                <a:spcPts val="0"/>
              </a:spcAft>
              <a:buSzPts val="2400"/>
              <a:buFont typeface="Francois One"/>
              <a:buNone/>
              <a:defRPr sz="2400">
                <a:latin typeface="Francois One"/>
                <a:ea typeface="Francois One"/>
                <a:cs typeface="Francois One"/>
                <a:sym typeface="Francois One"/>
              </a:defRPr>
            </a:lvl2pPr>
            <a:lvl3pPr lvl="2" rtl="0">
              <a:spcBef>
                <a:spcPts val="0"/>
              </a:spcBef>
              <a:spcAft>
                <a:spcPts val="0"/>
              </a:spcAft>
              <a:buSzPts val="2400"/>
              <a:buFont typeface="Francois One"/>
              <a:buNone/>
              <a:defRPr sz="2400">
                <a:latin typeface="Francois One"/>
                <a:ea typeface="Francois One"/>
                <a:cs typeface="Francois One"/>
                <a:sym typeface="Francois One"/>
              </a:defRPr>
            </a:lvl3pPr>
            <a:lvl4pPr lvl="3" rtl="0">
              <a:spcBef>
                <a:spcPts val="0"/>
              </a:spcBef>
              <a:spcAft>
                <a:spcPts val="0"/>
              </a:spcAft>
              <a:buSzPts val="2400"/>
              <a:buFont typeface="Francois One"/>
              <a:buNone/>
              <a:defRPr sz="2400">
                <a:latin typeface="Francois One"/>
                <a:ea typeface="Francois One"/>
                <a:cs typeface="Francois One"/>
                <a:sym typeface="Francois One"/>
              </a:defRPr>
            </a:lvl4pPr>
            <a:lvl5pPr lvl="4" rtl="0">
              <a:spcBef>
                <a:spcPts val="0"/>
              </a:spcBef>
              <a:spcAft>
                <a:spcPts val="0"/>
              </a:spcAft>
              <a:buSzPts val="2400"/>
              <a:buFont typeface="Francois One"/>
              <a:buNone/>
              <a:defRPr sz="2400">
                <a:latin typeface="Francois One"/>
                <a:ea typeface="Francois One"/>
                <a:cs typeface="Francois One"/>
                <a:sym typeface="Francois One"/>
              </a:defRPr>
            </a:lvl5pPr>
            <a:lvl6pPr lvl="5" rtl="0">
              <a:spcBef>
                <a:spcPts val="0"/>
              </a:spcBef>
              <a:spcAft>
                <a:spcPts val="0"/>
              </a:spcAft>
              <a:buSzPts val="2400"/>
              <a:buFont typeface="Francois One"/>
              <a:buNone/>
              <a:defRPr sz="2400">
                <a:latin typeface="Francois One"/>
                <a:ea typeface="Francois One"/>
                <a:cs typeface="Francois One"/>
                <a:sym typeface="Francois One"/>
              </a:defRPr>
            </a:lvl6pPr>
            <a:lvl7pPr lvl="6" rtl="0">
              <a:spcBef>
                <a:spcPts val="0"/>
              </a:spcBef>
              <a:spcAft>
                <a:spcPts val="0"/>
              </a:spcAft>
              <a:buSzPts val="2400"/>
              <a:buFont typeface="Francois One"/>
              <a:buNone/>
              <a:defRPr sz="2400">
                <a:latin typeface="Francois One"/>
                <a:ea typeface="Francois One"/>
                <a:cs typeface="Francois One"/>
                <a:sym typeface="Francois One"/>
              </a:defRPr>
            </a:lvl7pPr>
            <a:lvl8pPr lvl="7" rtl="0">
              <a:spcBef>
                <a:spcPts val="0"/>
              </a:spcBef>
              <a:spcAft>
                <a:spcPts val="0"/>
              </a:spcAft>
              <a:buSzPts val="2400"/>
              <a:buFont typeface="Francois One"/>
              <a:buNone/>
              <a:defRPr sz="2400">
                <a:latin typeface="Francois One"/>
                <a:ea typeface="Francois One"/>
                <a:cs typeface="Francois One"/>
                <a:sym typeface="Francois One"/>
              </a:defRPr>
            </a:lvl8pPr>
            <a:lvl9pPr lvl="8" rtl="0">
              <a:spcBef>
                <a:spcPts val="0"/>
              </a:spcBef>
              <a:spcAft>
                <a:spcPts val="0"/>
              </a:spcAft>
              <a:buSzPts val="2400"/>
              <a:buFont typeface="Francois One"/>
              <a:buNone/>
              <a:defRPr sz="2400">
                <a:latin typeface="Francois One"/>
                <a:ea typeface="Francois One"/>
                <a:cs typeface="Francois One"/>
                <a:sym typeface="Francois One"/>
              </a:defRPr>
            </a:lvl9pPr>
          </a:lstStyle>
          <a:p/>
        </p:txBody>
      </p:sp>
      <p:sp>
        <p:nvSpPr>
          <p:cNvPr id="278" name="Google Shape;278;p25"/>
          <p:cNvSpPr txBox="1"/>
          <p:nvPr>
            <p:ph hasCustomPrompt="1" idx="13" type="title"/>
          </p:nvPr>
        </p:nvSpPr>
        <p:spPr>
          <a:xfrm>
            <a:off x="4895327" y="3847094"/>
            <a:ext cx="1014900" cy="5352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79" name="Google Shape;279;p25"/>
          <p:cNvSpPr txBox="1"/>
          <p:nvPr>
            <p:ph idx="14" type="subTitle"/>
          </p:nvPr>
        </p:nvSpPr>
        <p:spPr>
          <a:xfrm>
            <a:off x="5919557" y="3540575"/>
            <a:ext cx="1805100" cy="8088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80" name="Google Shape;280;p25"/>
          <p:cNvSpPr txBox="1"/>
          <p:nvPr>
            <p:ph idx="15"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8">
    <p:spTree>
      <p:nvGrpSpPr>
        <p:cNvPr id="281" name="Shape 281"/>
        <p:cNvGrpSpPr/>
        <p:nvPr/>
      </p:nvGrpSpPr>
      <p:grpSpPr>
        <a:xfrm>
          <a:off x="0" y="0"/>
          <a:ext cx="0" cy="0"/>
          <a:chOff x="0" y="0"/>
          <a:chExt cx="0" cy="0"/>
        </a:xfrm>
      </p:grpSpPr>
      <p:sp>
        <p:nvSpPr>
          <p:cNvPr id="282" name="Google Shape;282;p26"/>
          <p:cNvSpPr txBox="1"/>
          <p:nvPr>
            <p:ph idx="1" type="body"/>
          </p:nvPr>
        </p:nvSpPr>
        <p:spPr>
          <a:xfrm>
            <a:off x="2447925" y="1823850"/>
            <a:ext cx="4257600" cy="2271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lt2"/>
              </a:buClr>
              <a:buSzPts val="1200"/>
              <a:buChar char="●"/>
              <a:defRPr sz="1400"/>
            </a:lvl1pPr>
            <a:lvl2pPr indent="-304800" lvl="1" marL="914400" rtl="0">
              <a:spcBef>
                <a:spcPts val="0"/>
              </a:spcBef>
              <a:spcAft>
                <a:spcPts val="0"/>
              </a:spcAft>
              <a:buSzPts val="1200"/>
              <a:buFont typeface="Roboto Condensed Light"/>
              <a:buChar char="○"/>
              <a:defRPr/>
            </a:lvl2pPr>
            <a:lvl3pPr indent="-304800" lvl="2" marL="1371600" rtl="0">
              <a:spcBef>
                <a:spcPts val="0"/>
              </a:spcBef>
              <a:spcAft>
                <a:spcPts val="0"/>
              </a:spcAft>
              <a:buSzPts val="1200"/>
              <a:buFont typeface="Roboto Condensed Light"/>
              <a:buChar char="■"/>
              <a:defRPr/>
            </a:lvl3pPr>
            <a:lvl4pPr indent="-304800" lvl="3" marL="1828800" rtl="0">
              <a:spcBef>
                <a:spcPts val="0"/>
              </a:spcBef>
              <a:spcAft>
                <a:spcPts val="0"/>
              </a:spcAft>
              <a:buSzPts val="1200"/>
              <a:buFont typeface="Roboto Condensed Light"/>
              <a:buChar char="●"/>
              <a:defRPr/>
            </a:lvl4pPr>
            <a:lvl5pPr indent="-304800" lvl="4" marL="2286000" rtl="0">
              <a:spcBef>
                <a:spcPts val="0"/>
              </a:spcBef>
              <a:spcAft>
                <a:spcPts val="0"/>
              </a:spcAft>
              <a:buSzPts val="1200"/>
              <a:buFont typeface="Roboto Condensed Light"/>
              <a:buChar char="○"/>
              <a:defRPr/>
            </a:lvl5pPr>
            <a:lvl6pPr indent="-304800" lvl="5" marL="2743200" rtl="0">
              <a:spcBef>
                <a:spcPts val="0"/>
              </a:spcBef>
              <a:spcAft>
                <a:spcPts val="0"/>
              </a:spcAft>
              <a:buSzPts val="1200"/>
              <a:buFont typeface="Roboto Condensed Light"/>
              <a:buChar char="■"/>
              <a:defRPr/>
            </a:lvl6pPr>
            <a:lvl7pPr indent="-304800" lvl="6" marL="3200400" rtl="0">
              <a:spcBef>
                <a:spcPts val="0"/>
              </a:spcBef>
              <a:spcAft>
                <a:spcPts val="0"/>
              </a:spcAft>
              <a:buSzPts val="1200"/>
              <a:buFont typeface="Roboto Condensed Light"/>
              <a:buChar char="●"/>
              <a:defRPr/>
            </a:lvl7pPr>
            <a:lvl8pPr indent="-304800" lvl="7" marL="3657600" rtl="0">
              <a:spcBef>
                <a:spcPts val="0"/>
              </a:spcBef>
              <a:spcAft>
                <a:spcPts val="0"/>
              </a:spcAft>
              <a:buSzPts val="1200"/>
              <a:buFont typeface="Roboto Condensed Light"/>
              <a:buChar char="○"/>
              <a:defRPr/>
            </a:lvl8pPr>
            <a:lvl9pPr indent="-304800" lvl="8" marL="4114800" rtl="0">
              <a:spcBef>
                <a:spcPts val="0"/>
              </a:spcBef>
              <a:spcAft>
                <a:spcPts val="0"/>
              </a:spcAft>
              <a:buSzPts val="1200"/>
              <a:buFont typeface="Roboto Condensed Light"/>
              <a:buChar char="■"/>
              <a:defRPr/>
            </a:lvl9pPr>
          </a:lstStyle>
          <a:p/>
        </p:txBody>
      </p:sp>
      <p:sp>
        <p:nvSpPr>
          <p:cNvPr id="283" name="Google Shape;283;p26"/>
          <p:cNvSpPr txBox="1"/>
          <p:nvPr>
            <p:ph type="title"/>
          </p:nvPr>
        </p:nvSpPr>
        <p:spPr>
          <a:xfrm>
            <a:off x="2447925" y="952500"/>
            <a:ext cx="4257600" cy="993000"/>
          </a:xfrm>
          <a:prstGeom prst="rect">
            <a:avLst/>
          </a:prstGeom>
          <a:noFill/>
        </p:spPr>
        <p:txBody>
          <a:bodyPr anchorCtr="0" anchor="ctr" bIns="91425" lIns="91425" spcFirstLastPara="1" rIns="91425" wrap="square" tIns="91425">
            <a:noAutofit/>
          </a:bodyPr>
          <a:lstStyle>
            <a:lvl1pPr lvl="0" rtl="0" algn="l">
              <a:lnSpc>
                <a:spcPct val="75000"/>
              </a:lnSpc>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grpSp>
        <p:nvGrpSpPr>
          <p:cNvPr id="284" name="Google Shape;284;p26"/>
          <p:cNvGrpSpPr/>
          <p:nvPr/>
        </p:nvGrpSpPr>
        <p:grpSpPr>
          <a:xfrm>
            <a:off x="8179388" y="1419325"/>
            <a:ext cx="1737424" cy="1737425"/>
            <a:chOff x="5279626" y="2678000"/>
            <a:chExt cx="1737424" cy="1737425"/>
          </a:xfrm>
        </p:grpSpPr>
        <p:sp>
          <p:nvSpPr>
            <p:cNvPr id="285" name="Google Shape;285;p26"/>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6"/>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7" name="Google Shape;287;p26"/>
          <p:cNvSpPr/>
          <p:nvPr/>
        </p:nvSpPr>
        <p:spPr>
          <a:xfrm rot="2700000">
            <a:off x="7503214" y="3372656"/>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6"/>
          <p:cNvSpPr/>
          <p:nvPr/>
        </p:nvSpPr>
        <p:spPr>
          <a:xfrm rot="2700000">
            <a:off x="8678587" y="475943"/>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6"/>
          <p:cNvSpPr/>
          <p:nvPr/>
        </p:nvSpPr>
        <p:spPr>
          <a:xfrm rot="2700000">
            <a:off x="6787539" y="-71356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26"/>
          <p:cNvGrpSpPr/>
          <p:nvPr/>
        </p:nvGrpSpPr>
        <p:grpSpPr>
          <a:xfrm flipH="1">
            <a:off x="-552787" y="590375"/>
            <a:ext cx="1737424" cy="1737425"/>
            <a:chOff x="5279626" y="2678000"/>
            <a:chExt cx="1737424" cy="1737425"/>
          </a:xfrm>
        </p:grpSpPr>
        <p:sp>
          <p:nvSpPr>
            <p:cNvPr id="291" name="Google Shape;291;p26"/>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6"/>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3" name="Google Shape;293;p26"/>
          <p:cNvSpPr/>
          <p:nvPr/>
        </p:nvSpPr>
        <p:spPr>
          <a:xfrm flipH="1" rot="-2700000">
            <a:off x="-381085" y="2534181"/>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6"/>
          <p:cNvSpPr/>
          <p:nvPr/>
        </p:nvSpPr>
        <p:spPr>
          <a:xfrm flipH="1" rot="-2700000">
            <a:off x="557925" y="-362532"/>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6"/>
          <p:cNvSpPr/>
          <p:nvPr/>
        </p:nvSpPr>
        <p:spPr>
          <a:xfrm flipH="1" rot="-2700000">
            <a:off x="306015" y="-156156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5">
    <p:spTree>
      <p:nvGrpSpPr>
        <p:cNvPr id="296" name="Shape 296"/>
        <p:cNvGrpSpPr/>
        <p:nvPr/>
      </p:nvGrpSpPr>
      <p:grpSpPr>
        <a:xfrm>
          <a:off x="0" y="0"/>
          <a:ext cx="0" cy="0"/>
          <a:chOff x="0" y="0"/>
          <a:chExt cx="0" cy="0"/>
        </a:xfrm>
      </p:grpSpPr>
      <p:sp>
        <p:nvSpPr>
          <p:cNvPr id="297" name="Google Shape;297;p27"/>
          <p:cNvSpPr/>
          <p:nvPr/>
        </p:nvSpPr>
        <p:spPr>
          <a:xfrm rot="2700000">
            <a:off x="6348348" y="-959627"/>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 name="Google Shape;298;p27"/>
          <p:cNvGrpSpPr/>
          <p:nvPr/>
        </p:nvGrpSpPr>
        <p:grpSpPr>
          <a:xfrm>
            <a:off x="-548891" y="1547782"/>
            <a:ext cx="1737424" cy="1737425"/>
            <a:chOff x="5279626" y="2678000"/>
            <a:chExt cx="1737424" cy="1737425"/>
          </a:xfrm>
        </p:grpSpPr>
        <p:sp>
          <p:nvSpPr>
            <p:cNvPr id="299" name="Google Shape;299;p27"/>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27"/>
          <p:cNvSpPr/>
          <p:nvPr/>
        </p:nvSpPr>
        <p:spPr>
          <a:xfrm rot="2700000">
            <a:off x="7687140" y="3242794"/>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rot="2700000">
            <a:off x="1082305" y="1723063"/>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7"/>
          <p:cNvSpPr/>
          <p:nvPr/>
        </p:nvSpPr>
        <p:spPr>
          <a:xfrm rot="2700000">
            <a:off x="-735812" y="3246448"/>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
          <p:cNvSpPr txBox="1"/>
          <p:nvPr>
            <p:ph idx="1" type="subTitle"/>
          </p:nvPr>
        </p:nvSpPr>
        <p:spPr>
          <a:xfrm>
            <a:off x="1722450" y="3165950"/>
            <a:ext cx="5715300" cy="641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AutoNum type="arabicPeriod"/>
              <a:defRPr sz="1800"/>
            </a:lvl1pPr>
            <a:lvl2pPr lvl="1" rtl="0">
              <a:spcBef>
                <a:spcPts val="0"/>
              </a:spcBef>
              <a:spcAft>
                <a:spcPts val="0"/>
              </a:spcAft>
              <a:buSzPts val="1600"/>
              <a:buAutoNum type="alphaLcPeriod"/>
              <a:defRPr/>
            </a:lvl2pPr>
            <a:lvl3pPr lvl="2" rtl="0">
              <a:spcBef>
                <a:spcPts val="0"/>
              </a:spcBef>
              <a:spcAft>
                <a:spcPts val="0"/>
              </a:spcAft>
              <a:buSzPts val="1600"/>
              <a:buAutoNum type="romanLcPeriod"/>
              <a:defRPr/>
            </a:lvl3pPr>
            <a:lvl4pPr lvl="3" rtl="0">
              <a:spcBef>
                <a:spcPts val="0"/>
              </a:spcBef>
              <a:spcAft>
                <a:spcPts val="0"/>
              </a:spcAft>
              <a:buSzPts val="1600"/>
              <a:buAutoNum type="arabicPeriod"/>
              <a:defRPr/>
            </a:lvl4pPr>
            <a:lvl5pPr lvl="4" rtl="0">
              <a:spcBef>
                <a:spcPts val="0"/>
              </a:spcBef>
              <a:spcAft>
                <a:spcPts val="0"/>
              </a:spcAft>
              <a:buSzPts val="1600"/>
              <a:buAutoNum type="alphaLcPeriod"/>
              <a:defRPr/>
            </a:lvl5pPr>
            <a:lvl6pPr lvl="5" rtl="0">
              <a:spcBef>
                <a:spcPts val="0"/>
              </a:spcBef>
              <a:spcAft>
                <a:spcPts val="0"/>
              </a:spcAft>
              <a:buSzPts val="1600"/>
              <a:buAutoNum type="romanLcPeriod"/>
              <a:defRPr/>
            </a:lvl6pPr>
            <a:lvl7pPr lvl="6" rtl="0">
              <a:spcBef>
                <a:spcPts val="0"/>
              </a:spcBef>
              <a:spcAft>
                <a:spcPts val="0"/>
              </a:spcAft>
              <a:buSzPts val="1600"/>
              <a:buAutoNum type="arabicPeriod"/>
              <a:defRPr/>
            </a:lvl7pPr>
            <a:lvl8pPr lvl="7" rtl="0">
              <a:spcBef>
                <a:spcPts val="0"/>
              </a:spcBef>
              <a:spcAft>
                <a:spcPts val="0"/>
              </a:spcAft>
              <a:buSzPts val="1600"/>
              <a:buAutoNum type="alphaLcPeriod"/>
              <a:defRPr/>
            </a:lvl8pPr>
            <a:lvl9pPr lvl="8" rtl="0">
              <a:spcBef>
                <a:spcPts val="0"/>
              </a:spcBef>
              <a:spcAft>
                <a:spcPts val="0"/>
              </a:spcAft>
              <a:buSzPts val="1600"/>
              <a:buAutoNum type="romanLcPeriod"/>
              <a:defRPr/>
            </a:lvl9pPr>
          </a:lstStyle>
          <a:p/>
        </p:txBody>
      </p:sp>
      <p:sp>
        <p:nvSpPr>
          <p:cNvPr id="305" name="Google Shape;305;p27"/>
          <p:cNvSpPr txBox="1"/>
          <p:nvPr>
            <p:ph type="title"/>
          </p:nvPr>
        </p:nvSpPr>
        <p:spPr>
          <a:xfrm>
            <a:off x="1722375" y="1445471"/>
            <a:ext cx="5715300" cy="169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Font typeface="Caveat"/>
              <a:buNone/>
              <a:defRPr sz="9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6">
    <p:spTree>
      <p:nvGrpSpPr>
        <p:cNvPr id="306" name="Shape 306"/>
        <p:cNvGrpSpPr/>
        <p:nvPr/>
      </p:nvGrpSpPr>
      <p:grpSpPr>
        <a:xfrm>
          <a:off x="0" y="0"/>
          <a:ext cx="0" cy="0"/>
          <a:chOff x="0" y="0"/>
          <a:chExt cx="0" cy="0"/>
        </a:xfrm>
      </p:grpSpPr>
      <p:grpSp>
        <p:nvGrpSpPr>
          <p:cNvPr id="307" name="Google Shape;307;p28"/>
          <p:cNvGrpSpPr/>
          <p:nvPr/>
        </p:nvGrpSpPr>
        <p:grpSpPr>
          <a:xfrm>
            <a:off x="5775797" y="-66296"/>
            <a:ext cx="1737424" cy="1737425"/>
            <a:chOff x="5279626" y="2678000"/>
            <a:chExt cx="1737424" cy="1737425"/>
          </a:xfrm>
        </p:grpSpPr>
        <p:sp>
          <p:nvSpPr>
            <p:cNvPr id="308" name="Google Shape;308;p28"/>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8"/>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 name="Google Shape;310;p28"/>
          <p:cNvSpPr/>
          <p:nvPr/>
        </p:nvSpPr>
        <p:spPr>
          <a:xfrm rot="2700000">
            <a:off x="3437227" y="-419822"/>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8"/>
          <p:cNvSpPr/>
          <p:nvPr/>
        </p:nvSpPr>
        <p:spPr>
          <a:xfrm rot="2700000">
            <a:off x="1786308" y="1264330"/>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8"/>
          <p:cNvSpPr/>
          <p:nvPr/>
        </p:nvSpPr>
        <p:spPr>
          <a:xfrm rot="2700000">
            <a:off x="-426773" y="168456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8"/>
          <p:cNvSpPr/>
          <p:nvPr/>
        </p:nvSpPr>
        <p:spPr>
          <a:xfrm rot="2700000">
            <a:off x="7204554" y="619180"/>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8"/>
          <p:cNvSpPr/>
          <p:nvPr/>
        </p:nvSpPr>
        <p:spPr>
          <a:xfrm rot="2700000">
            <a:off x="317585" y="-961699"/>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8"/>
          <p:cNvSpPr txBox="1"/>
          <p:nvPr>
            <p:ph idx="1" type="subTitle"/>
          </p:nvPr>
        </p:nvSpPr>
        <p:spPr>
          <a:xfrm>
            <a:off x="2809200" y="3716031"/>
            <a:ext cx="3525600" cy="85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16" name="Google Shape;316;p28"/>
          <p:cNvSpPr txBox="1"/>
          <p:nvPr>
            <p:ph type="title"/>
          </p:nvPr>
        </p:nvSpPr>
        <p:spPr>
          <a:xfrm>
            <a:off x="2281350" y="2924775"/>
            <a:ext cx="4581300" cy="854100"/>
          </a:xfrm>
          <a:prstGeom prst="rect">
            <a:avLst/>
          </a:prstGeom>
          <a:noFill/>
        </p:spPr>
        <p:txBody>
          <a:bodyPr anchorCtr="0" anchor="ctr" bIns="91425" lIns="91425" spcFirstLastPara="1" rIns="91425" wrap="square" tIns="91425">
            <a:noAutofit/>
          </a:bodyPr>
          <a:lstStyle>
            <a:lvl1pPr lvl="0" rtl="0">
              <a:lnSpc>
                <a:spcPct val="75000"/>
              </a:lnSpc>
              <a:spcBef>
                <a:spcPts val="0"/>
              </a:spcBef>
              <a:spcAft>
                <a:spcPts val="0"/>
              </a:spcAft>
              <a:buSzPts val="3600"/>
              <a:buFont typeface="Caveat"/>
              <a:buNone/>
              <a:defRPr/>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1">
    <p:spTree>
      <p:nvGrpSpPr>
        <p:cNvPr id="317" name="Shape 317"/>
        <p:cNvGrpSpPr/>
        <p:nvPr/>
      </p:nvGrpSpPr>
      <p:grpSpPr>
        <a:xfrm>
          <a:off x="0" y="0"/>
          <a:ext cx="0" cy="0"/>
          <a:chOff x="0" y="0"/>
          <a:chExt cx="0" cy="0"/>
        </a:xfrm>
      </p:grpSpPr>
      <p:grpSp>
        <p:nvGrpSpPr>
          <p:cNvPr id="318" name="Google Shape;318;p29"/>
          <p:cNvGrpSpPr/>
          <p:nvPr/>
        </p:nvGrpSpPr>
        <p:grpSpPr>
          <a:xfrm>
            <a:off x="5919561" y="3006569"/>
            <a:ext cx="3224485" cy="3224314"/>
            <a:chOff x="5279626" y="2678000"/>
            <a:chExt cx="1737424" cy="1737425"/>
          </a:xfrm>
        </p:grpSpPr>
        <p:sp>
          <p:nvSpPr>
            <p:cNvPr id="319" name="Google Shape;319;p29"/>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9"/>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29"/>
          <p:cNvSpPr/>
          <p:nvPr/>
        </p:nvSpPr>
        <p:spPr>
          <a:xfrm rot="2700000">
            <a:off x="5685640" y="-615231"/>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9"/>
          <p:cNvSpPr/>
          <p:nvPr/>
        </p:nvSpPr>
        <p:spPr>
          <a:xfrm rot="2700000">
            <a:off x="7586213" y="582030"/>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9"/>
          <p:cNvSpPr/>
          <p:nvPr/>
        </p:nvSpPr>
        <p:spPr>
          <a:xfrm rot="2700000">
            <a:off x="7575385" y="1266136"/>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9"/>
          <p:cNvSpPr txBox="1"/>
          <p:nvPr>
            <p:ph idx="1" type="subTitle"/>
          </p:nvPr>
        </p:nvSpPr>
        <p:spPr>
          <a:xfrm>
            <a:off x="864525" y="1495475"/>
            <a:ext cx="3859800" cy="3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325" name="Google Shape;325;p29"/>
          <p:cNvSpPr txBox="1"/>
          <p:nvPr>
            <p:ph idx="2" type="subTitle"/>
          </p:nvPr>
        </p:nvSpPr>
        <p:spPr>
          <a:xfrm>
            <a:off x="865015" y="3039375"/>
            <a:ext cx="3859200" cy="3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sz="1800">
                <a:latin typeface="Yanone Kaffeesatz"/>
                <a:ea typeface="Yanone Kaffeesatz"/>
                <a:cs typeface="Yanone Kaffeesatz"/>
                <a:sym typeface="Yanone Kaffeesatz"/>
              </a:defRPr>
            </a:lvl9pPr>
          </a:lstStyle>
          <a:p/>
        </p:txBody>
      </p:sp>
      <p:sp>
        <p:nvSpPr>
          <p:cNvPr id="326" name="Google Shape;326;p29"/>
          <p:cNvSpPr txBox="1"/>
          <p:nvPr>
            <p:ph idx="3" type="subTitle"/>
          </p:nvPr>
        </p:nvSpPr>
        <p:spPr>
          <a:xfrm>
            <a:off x="864525" y="3341375"/>
            <a:ext cx="3859800" cy="464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27" name="Google Shape;327;p29"/>
          <p:cNvSpPr txBox="1"/>
          <p:nvPr>
            <p:ph idx="4" type="subTitle"/>
          </p:nvPr>
        </p:nvSpPr>
        <p:spPr>
          <a:xfrm>
            <a:off x="864525" y="1797525"/>
            <a:ext cx="3859800" cy="464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28" name="Google Shape;328;p29"/>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42">
    <p:spTree>
      <p:nvGrpSpPr>
        <p:cNvPr id="329" name="Shape 329"/>
        <p:cNvGrpSpPr/>
        <p:nvPr/>
      </p:nvGrpSpPr>
      <p:grpSpPr>
        <a:xfrm>
          <a:off x="0" y="0"/>
          <a:ext cx="0" cy="0"/>
          <a:chOff x="0" y="0"/>
          <a:chExt cx="0" cy="0"/>
        </a:xfrm>
      </p:grpSpPr>
      <p:sp>
        <p:nvSpPr>
          <p:cNvPr id="330" name="Google Shape;330;p30"/>
          <p:cNvSpPr txBox="1"/>
          <p:nvPr>
            <p:ph idx="1" type="subTitle"/>
          </p:nvPr>
        </p:nvSpPr>
        <p:spPr>
          <a:xfrm>
            <a:off x="713325" y="1161750"/>
            <a:ext cx="3718800" cy="3437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sz="1200"/>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31" name="Google Shape;331;p30"/>
          <p:cNvSpPr txBox="1"/>
          <p:nvPr>
            <p:ph idx="2" type="subTitle"/>
          </p:nvPr>
        </p:nvSpPr>
        <p:spPr>
          <a:xfrm>
            <a:off x="4712100" y="1631225"/>
            <a:ext cx="3718800" cy="2968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Char char="●"/>
              <a:defRPr sz="1200"/>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32" name="Google Shape;332;p30"/>
          <p:cNvSpPr txBox="1"/>
          <p:nvPr>
            <p:ph type="title"/>
          </p:nvPr>
        </p:nvSpPr>
        <p:spPr>
          <a:xfrm>
            <a:off x="713250" y="539500"/>
            <a:ext cx="7717500" cy="5394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
        <p:nvSpPr>
          <p:cNvPr id="333" name="Google Shape;333;p30"/>
          <p:cNvSpPr/>
          <p:nvPr/>
        </p:nvSpPr>
        <p:spPr>
          <a:xfrm rot="2700000">
            <a:off x="8685216" y="3985098"/>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4" name="Google Shape;334;p30"/>
          <p:cNvGrpSpPr/>
          <p:nvPr/>
        </p:nvGrpSpPr>
        <p:grpSpPr>
          <a:xfrm>
            <a:off x="7562063" y="-451813"/>
            <a:ext cx="1737424" cy="1737425"/>
            <a:chOff x="5279626" y="2678000"/>
            <a:chExt cx="1737424" cy="1737425"/>
          </a:xfrm>
        </p:grpSpPr>
        <p:sp>
          <p:nvSpPr>
            <p:cNvPr id="335" name="Google Shape;335;p30"/>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0"/>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30"/>
          <p:cNvSpPr/>
          <p:nvPr/>
        </p:nvSpPr>
        <p:spPr>
          <a:xfrm rot="2700000">
            <a:off x="7941088" y="3771593"/>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33_1">
    <p:spTree>
      <p:nvGrpSpPr>
        <p:cNvPr id="338" name="Shape 338"/>
        <p:cNvGrpSpPr/>
        <p:nvPr/>
      </p:nvGrpSpPr>
      <p:grpSpPr>
        <a:xfrm>
          <a:off x="0" y="0"/>
          <a:ext cx="0" cy="0"/>
          <a:chOff x="0" y="0"/>
          <a:chExt cx="0" cy="0"/>
        </a:xfrm>
      </p:grpSpPr>
      <p:sp>
        <p:nvSpPr>
          <p:cNvPr id="339" name="Google Shape;339;p31"/>
          <p:cNvSpPr/>
          <p:nvPr/>
        </p:nvSpPr>
        <p:spPr>
          <a:xfrm rot="2700000">
            <a:off x="7047390" y="-204856"/>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 name="Google Shape;340;p31"/>
          <p:cNvGrpSpPr/>
          <p:nvPr/>
        </p:nvGrpSpPr>
        <p:grpSpPr>
          <a:xfrm>
            <a:off x="5334001" y="714687"/>
            <a:ext cx="1737424" cy="1737425"/>
            <a:chOff x="5279626" y="2678000"/>
            <a:chExt cx="1737424" cy="1737425"/>
          </a:xfrm>
        </p:grpSpPr>
        <p:sp>
          <p:nvSpPr>
            <p:cNvPr id="341" name="Google Shape;341;p31"/>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1"/>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 name="Google Shape;343;p31"/>
          <p:cNvSpPr/>
          <p:nvPr/>
        </p:nvSpPr>
        <p:spPr>
          <a:xfrm rot="2700000">
            <a:off x="8947963" y="973355"/>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1"/>
          <p:cNvSpPr/>
          <p:nvPr/>
        </p:nvSpPr>
        <p:spPr>
          <a:xfrm rot="2700000">
            <a:off x="-436310" y="3865569"/>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1"/>
          <p:cNvSpPr/>
          <p:nvPr/>
        </p:nvSpPr>
        <p:spPr>
          <a:xfrm rot="2700000">
            <a:off x="-1788860" y="184721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1"/>
          <p:cNvSpPr txBox="1"/>
          <p:nvPr>
            <p:ph idx="1" type="body"/>
          </p:nvPr>
        </p:nvSpPr>
        <p:spPr>
          <a:xfrm>
            <a:off x="1133475" y="2812175"/>
            <a:ext cx="3210000" cy="816900"/>
          </a:xfrm>
          <a:prstGeom prst="rect">
            <a:avLst/>
          </a:prstGeom>
        </p:spPr>
        <p:txBody>
          <a:bodyPr anchorCtr="0" anchor="t" bIns="91425" lIns="91425" spcFirstLastPara="1" rIns="91425" wrap="square" tIns="91425">
            <a:noAutofit/>
          </a:bodyPr>
          <a:lstStyle>
            <a:lvl1pPr indent="-304800" lvl="0" marL="457200" rtl="0" algn="r">
              <a:spcBef>
                <a:spcPts val="0"/>
              </a:spcBef>
              <a:spcAft>
                <a:spcPts val="0"/>
              </a:spcAft>
              <a:buSzPts val="1200"/>
              <a:buAutoNum type="alphaUcPeriod"/>
              <a:defRPr sz="1400"/>
            </a:lvl1pPr>
            <a:lvl2pPr indent="-304800" lvl="1" marL="914400" rtl="0" algn="ctr">
              <a:spcBef>
                <a:spcPts val="0"/>
              </a:spcBef>
              <a:spcAft>
                <a:spcPts val="0"/>
              </a:spcAft>
              <a:buSzPts val="1200"/>
              <a:buFont typeface="Roboto Condensed Light"/>
              <a:buAutoNum type="alphaLcPeriod"/>
              <a:defRPr/>
            </a:lvl2pPr>
            <a:lvl3pPr indent="-304800" lvl="2" marL="1371600" rtl="0" algn="ctr">
              <a:spcBef>
                <a:spcPts val="0"/>
              </a:spcBef>
              <a:spcAft>
                <a:spcPts val="0"/>
              </a:spcAft>
              <a:buSzPts val="1200"/>
              <a:buFont typeface="Roboto Condensed Light"/>
              <a:buAutoNum type="romanLcPeriod"/>
              <a:defRPr/>
            </a:lvl3pPr>
            <a:lvl4pPr indent="-304800" lvl="3" marL="1828800" rtl="0" algn="ctr">
              <a:spcBef>
                <a:spcPts val="0"/>
              </a:spcBef>
              <a:spcAft>
                <a:spcPts val="0"/>
              </a:spcAft>
              <a:buSzPts val="1200"/>
              <a:buFont typeface="Roboto Condensed Light"/>
              <a:buAutoNum type="arabicPeriod"/>
              <a:defRPr/>
            </a:lvl4pPr>
            <a:lvl5pPr indent="-304800" lvl="4" marL="2286000" rtl="0" algn="ctr">
              <a:spcBef>
                <a:spcPts val="0"/>
              </a:spcBef>
              <a:spcAft>
                <a:spcPts val="0"/>
              </a:spcAft>
              <a:buSzPts val="1200"/>
              <a:buFont typeface="Roboto Condensed Light"/>
              <a:buAutoNum type="alphaLcPeriod"/>
              <a:defRPr/>
            </a:lvl5pPr>
            <a:lvl6pPr indent="-304800" lvl="5" marL="2743200" rtl="0" algn="ctr">
              <a:spcBef>
                <a:spcPts val="0"/>
              </a:spcBef>
              <a:spcAft>
                <a:spcPts val="0"/>
              </a:spcAft>
              <a:buSzPts val="1200"/>
              <a:buFont typeface="Roboto Condensed Light"/>
              <a:buAutoNum type="romanLcPeriod"/>
              <a:defRPr/>
            </a:lvl6pPr>
            <a:lvl7pPr indent="-304800" lvl="6" marL="3200400" rtl="0" algn="ctr">
              <a:spcBef>
                <a:spcPts val="0"/>
              </a:spcBef>
              <a:spcAft>
                <a:spcPts val="0"/>
              </a:spcAft>
              <a:buSzPts val="1200"/>
              <a:buFont typeface="Roboto Condensed Light"/>
              <a:buAutoNum type="arabicPeriod"/>
              <a:defRPr/>
            </a:lvl7pPr>
            <a:lvl8pPr indent="-304800" lvl="7" marL="3657600" rtl="0" algn="ctr">
              <a:spcBef>
                <a:spcPts val="0"/>
              </a:spcBef>
              <a:spcAft>
                <a:spcPts val="0"/>
              </a:spcAft>
              <a:buSzPts val="1200"/>
              <a:buFont typeface="Roboto Condensed Light"/>
              <a:buAutoNum type="alphaLcPeriod"/>
              <a:defRPr/>
            </a:lvl8pPr>
            <a:lvl9pPr indent="-304800" lvl="8" marL="4114800" rtl="0" algn="ctr">
              <a:spcBef>
                <a:spcPts val="0"/>
              </a:spcBef>
              <a:spcAft>
                <a:spcPts val="0"/>
              </a:spcAft>
              <a:buSzPts val="1200"/>
              <a:buFont typeface="Roboto Condensed Light"/>
              <a:buAutoNum type="romanLcPeriod"/>
              <a:defRPr/>
            </a:lvl9pPr>
          </a:lstStyle>
          <a:p/>
        </p:txBody>
      </p:sp>
      <p:sp>
        <p:nvSpPr>
          <p:cNvPr id="347" name="Google Shape;347;p31"/>
          <p:cNvSpPr txBox="1"/>
          <p:nvPr>
            <p:ph type="title"/>
          </p:nvPr>
        </p:nvSpPr>
        <p:spPr>
          <a:xfrm>
            <a:off x="1133475" y="1728775"/>
            <a:ext cx="3210000" cy="993000"/>
          </a:xfrm>
          <a:prstGeom prst="rect">
            <a:avLst/>
          </a:prstGeom>
          <a:noFill/>
        </p:spPr>
        <p:txBody>
          <a:bodyPr anchorCtr="0" anchor="ctr" bIns="91425" lIns="91425" spcFirstLastPara="1" rIns="91425" wrap="square" tIns="91425">
            <a:noAutofit/>
          </a:bodyPr>
          <a:lstStyle>
            <a:lvl1pPr lvl="0" rtl="0" algn="r">
              <a:lnSpc>
                <a:spcPct val="75000"/>
              </a:lnSpc>
              <a:spcBef>
                <a:spcPts val="0"/>
              </a:spcBef>
              <a:spcAft>
                <a:spcPts val="0"/>
              </a:spcAft>
              <a:buSzPts val="3600"/>
              <a:buFont typeface="Caveat"/>
              <a:buNone/>
              <a:defRPr sz="3600"/>
            </a:lvl1pPr>
            <a:lvl2pPr lvl="1" rtl="0">
              <a:spcBef>
                <a:spcPts val="0"/>
              </a:spcBef>
              <a:spcAft>
                <a:spcPts val="0"/>
              </a:spcAft>
              <a:buSzPts val="3000"/>
              <a:buFont typeface="Josefin Slab"/>
              <a:buNone/>
              <a:defRPr sz="3000">
                <a:latin typeface="Josefin Slab"/>
                <a:ea typeface="Josefin Slab"/>
                <a:cs typeface="Josefin Slab"/>
                <a:sym typeface="Josefin Slab"/>
              </a:defRPr>
            </a:lvl2pPr>
            <a:lvl3pPr lvl="2" rtl="0">
              <a:spcBef>
                <a:spcPts val="0"/>
              </a:spcBef>
              <a:spcAft>
                <a:spcPts val="0"/>
              </a:spcAft>
              <a:buSzPts val="3000"/>
              <a:buFont typeface="Josefin Slab"/>
              <a:buNone/>
              <a:defRPr sz="3000">
                <a:latin typeface="Josefin Slab"/>
                <a:ea typeface="Josefin Slab"/>
                <a:cs typeface="Josefin Slab"/>
                <a:sym typeface="Josefin Slab"/>
              </a:defRPr>
            </a:lvl3pPr>
            <a:lvl4pPr lvl="3" rtl="0">
              <a:spcBef>
                <a:spcPts val="0"/>
              </a:spcBef>
              <a:spcAft>
                <a:spcPts val="0"/>
              </a:spcAft>
              <a:buSzPts val="3000"/>
              <a:buFont typeface="Josefin Slab"/>
              <a:buNone/>
              <a:defRPr sz="3000">
                <a:latin typeface="Josefin Slab"/>
                <a:ea typeface="Josefin Slab"/>
                <a:cs typeface="Josefin Slab"/>
                <a:sym typeface="Josefin Slab"/>
              </a:defRPr>
            </a:lvl4pPr>
            <a:lvl5pPr lvl="4" rtl="0">
              <a:spcBef>
                <a:spcPts val="0"/>
              </a:spcBef>
              <a:spcAft>
                <a:spcPts val="0"/>
              </a:spcAft>
              <a:buSzPts val="3000"/>
              <a:buFont typeface="Josefin Slab"/>
              <a:buNone/>
              <a:defRPr sz="3000">
                <a:latin typeface="Josefin Slab"/>
                <a:ea typeface="Josefin Slab"/>
                <a:cs typeface="Josefin Slab"/>
                <a:sym typeface="Josefin Slab"/>
              </a:defRPr>
            </a:lvl5pPr>
            <a:lvl6pPr lvl="5" rtl="0">
              <a:spcBef>
                <a:spcPts val="0"/>
              </a:spcBef>
              <a:spcAft>
                <a:spcPts val="0"/>
              </a:spcAft>
              <a:buSzPts val="3000"/>
              <a:buFont typeface="Josefin Slab"/>
              <a:buNone/>
              <a:defRPr sz="3000">
                <a:latin typeface="Josefin Slab"/>
                <a:ea typeface="Josefin Slab"/>
                <a:cs typeface="Josefin Slab"/>
                <a:sym typeface="Josefin Slab"/>
              </a:defRPr>
            </a:lvl6pPr>
            <a:lvl7pPr lvl="6" rtl="0">
              <a:spcBef>
                <a:spcPts val="0"/>
              </a:spcBef>
              <a:spcAft>
                <a:spcPts val="0"/>
              </a:spcAft>
              <a:buSzPts val="3000"/>
              <a:buFont typeface="Josefin Slab"/>
              <a:buNone/>
              <a:defRPr sz="3000">
                <a:latin typeface="Josefin Slab"/>
                <a:ea typeface="Josefin Slab"/>
                <a:cs typeface="Josefin Slab"/>
                <a:sym typeface="Josefin Slab"/>
              </a:defRPr>
            </a:lvl7pPr>
            <a:lvl8pPr lvl="7" rtl="0">
              <a:spcBef>
                <a:spcPts val="0"/>
              </a:spcBef>
              <a:spcAft>
                <a:spcPts val="0"/>
              </a:spcAft>
              <a:buSzPts val="3000"/>
              <a:buFont typeface="Josefin Slab"/>
              <a:buNone/>
              <a:defRPr sz="3000">
                <a:latin typeface="Josefin Slab"/>
                <a:ea typeface="Josefin Slab"/>
                <a:cs typeface="Josefin Slab"/>
                <a:sym typeface="Josefin Slab"/>
              </a:defRPr>
            </a:lvl8pPr>
            <a:lvl9pPr lvl="8" rtl="0">
              <a:spcBef>
                <a:spcPts val="0"/>
              </a:spcBef>
              <a:spcAft>
                <a:spcPts val="0"/>
              </a:spcAft>
              <a:buSzPts val="3000"/>
              <a:buFont typeface="Josefin Slab"/>
              <a:buNone/>
              <a:defRPr sz="3000">
                <a:latin typeface="Josefin Slab"/>
                <a:ea typeface="Josefin Slab"/>
                <a:cs typeface="Josefin Slab"/>
                <a:sym typeface="Josefin Slab"/>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9">
    <p:spTree>
      <p:nvGrpSpPr>
        <p:cNvPr id="348" name="Shape 348"/>
        <p:cNvGrpSpPr/>
        <p:nvPr/>
      </p:nvGrpSpPr>
      <p:grpSpPr>
        <a:xfrm>
          <a:off x="0" y="0"/>
          <a:ext cx="0" cy="0"/>
          <a:chOff x="0" y="0"/>
          <a:chExt cx="0" cy="0"/>
        </a:xfrm>
      </p:grpSpPr>
      <p:sp>
        <p:nvSpPr>
          <p:cNvPr id="349" name="Google Shape;349;p32"/>
          <p:cNvSpPr/>
          <p:nvPr/>
        </p:nvSpPr>
        <p:spPr>
          <a:xfrm rot="2700000">
            <a:off x="7383977" y="1588381"/>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 name="Google Shape;350;p32"/>
          <p:cNvGrpSpPr/>
          <p:nvPr/>
        </p:nvGrpSpPr>
        <p:grpSpPr>
          <a:xfrm>
            <a:off x="5313526" y="2137841"/>
            <a:ext cx="1737424" cy="1737425"/>
            <a:chOff x="5279626" y="2678000"/>
            <a:chExt cx="1737424" cy="1737425"/>
          </a:xfrm>
        </p:grpSpPr>
        <p:sp>
          <p:nvSpPr>
            <p:cNvPr id="351" name="Google Shape;351;p32"/>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2"/>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32"/>
          <p:cNvSpPr/>
          <p:nvPr/>
        </p:nvSpPr>
        <p:spPr>
          <a:xfrm rot="2700000">
            <a:off x="5631963" y="1382118"/>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2"/>
          <p:cNvSpPr txBox="1"/>
          <p:nvPr>
            <p:ph idx="1" type="subTitle"/>
          </p:nvPr>
        </p:nvSpPr>
        <p:spPr>
          <a:xfrm>
            <a:off x="713224" y="2972650"/>
            <a:ext cx="3858900" cy="879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55" name="Google Shape;355;p32"/>
          <p:cNvSpPr txBox="1"/>
          <p:nvPr>
            <p:ph type="title"/>
          </p:nvPr>
        </p:nvSpPr>
        <p:spPr>
          <a:xfrm>
            <a:off x="713225" y="1116183"/>
            <a:ext cx="3858900" cy="9960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7200"/>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
        <p:nvSpPr>
          <p:cNvPr id="356" name="Google Shape;356;p32"/>
          <p:cNvSpPr txBox="1"/>
          <p:nvPr>
            <p:ph idx="2" type="subTitle"/>
          </p:nvPr>
        </p:nvSpPr>
        <p:spPr>
          <a:xfrm>
            <a:off x="713225" y="2112178"/>
            <a:ext cx="3858900" cy="94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Yanone Kaffeesatz"/>
              <a:buNone/>
              <a:defRPr sz="2600">
                <a:latin typeface="DM Serif Display"/>
                <a:ea typeface="DM Serif Display"/>
                <a:cs typeface="DM Serif Display"/>
                <a:sym typeface="DM Serif Display"/>
              </a:defRPr>
            </a:lvl1pPr>
            <a:lvl2pPr lvl="1" rtl="0">
              <a:spcBef>
                <a:spcPts val="0"/>
              </a:spcBef>
              <a:spcAft>
                <a:spcPts val="0"/>
              </a:spcAft>
              <a:buSzPts val="1800"/>
              <a:buFont typeface="Yanone Kaffeesatz"/>
              <a:buNone/>
              <a:defRPr b="1" sz="1800">
                <a:latin typeface="Yanone Kaffeesatz"/>
                <a:ea typeface="Yanone Kaffeesatz"/>
                <a:cs typeface="Yanone Kaffeesatz"/>
                <a:sym typeface="Yanone Kaffeesatz"/>
              </a:defRPr>
            </a:lvl2pPr>
            <a:lvl3pPr lvl="2" rtl="0">
              <a:spcBef>
                <a:spcPts val="0"/>
              </a:spcBef>
              <a:spcAft>
                <a:spcPts val="0"/>
              </a:spcAft>
              <a:buSzPts val="1800"/>
              <a:buFont typeface="Yanone Kaffeesatz"/>
              <a:buNone/>
              <a:defRPr b="1" sz="1800">
                <a:latin typeface="Yanone Kaffeesatz"/>
                <a:ea typeface="Yanone Kaffeesatz"/>
                <a:cs typeface="Yanone Kaffeesatz"/>
                <a:sym typeface="Yanone Kaffeesatz"/>
              </a:defRPr>
            </a:lvl3pPr>
            <a:lvl4pPr lvl="3" rtl="0">
              <a:spcBef>
                <a:spcPts val="0"/>
              </a:spcBef>
              <a:spcAft>
                <a:spcPts val="0"/>
              </a:spcAft>
              <a:buSzPts val="1800"/>
              <a:buFont typeface="Yanone Kaffeesatz"/>
              <a:buNone/>
              <a:defRPr b="1" sz="1800">
                <a:latin typeface="Yanone Kaffeesatz"/>
                <a:ea typeface="Yanone Kaffeesatz"/>
                <a:cs typeface="Yanone Kaffeesatz"/>
                <a:sym typeface="Yanone Kaffeesatz"/>
              </a:defRPr>
            </a:lvl4pPr>
            <a:lvl5pPr lvl="4" rtl="0">
              <a:spcBef>
                <a:spcPts val="0"/>
              </a:spcBef>
              <a:spcAft>
                <a:spcPts val="0"/>
              </a:spcAft>
              <a:buSzPts val="1800"/>
              <a:buFont typeface="Yanone Kaffeesatz"/>
              <a:buNone/>
              <a:defRPr b="1" sz="1800">
                <a:latin typeface="Yanone Kaffeesatz"/>
                <a:ea typeface="Yanone Kaffeesatz"/>
                <a:cs typeface="Yanone Kaffeesatz"/>
                <a:sym typeface="Yanone Kaffeesatz"/>
              </a:defRPr>
            </a:lvl5pPr>
            <a:lvl6pPr lvl="5" rtl="0">
              <a:spcBef>
                <a:spcPts val="0"/>
              </a:spcBef>
              <a:spcAft>
                <a:spcPts val="0"/>
              </a:spcAft>
              <a:buSzPts val="1800"/>
              <a:buFont typeface="Yanone Kaffeesatz"/>
              <a:buNone/>
              <a:defRPr b="1" sz="1800">
                <a:latin typeface="Yanone Kaffeesatz"/>
                <a:ea typeface="Yanone Kaffeesatz"/>
                <a:cs typeface="Yanone Kaffeesatz"/>
                <a:sym typeface="Yanone Kaffeesatz"/>
              </a:defRPr>
            </a:lvl6pPr>
            <a:lvl7pPr lvl="6" rtl="0">
              <a:spcBef>
                <a:spcPts val="0"/>
              </a:spcBef>
              <a:spcAft>
                <a:spcPts val="0"/>
              </a:spcAft>
              <a:buSzPts val="1800"/>
              <a:buFont typeface="Yanone Kaffeesatz"/>
              <a:buNone/>
              <a:defRPr b="1" sz="1800">
                <a:latin typeface="Yanone Kaffeesatz"/>
                <a:ea typeface="Yanone Kaffeesatz"/>
                <a:cs typeface="Yanone Kaffeesatz"/>
                <a:sym typeface="Yanone Kaffeesatz"/>
              </a:defRPr>
            </a:lvl7pPr>
            <a:lvl8pPr lvl="7" rtl="0">
              <a:spcBef>
                <a:spcPts val="0"/>
              </a:spcBef>
              <a:spcAft>
                <a:spcPts val="0"/>
              </a:spcAft>
              <a:buSzPts val="1800"/>
              <a:buFont typeface="Yanone Kaffeesatz"/>
              <a:buNone/>
              <a:defRPr b="1" sz="1800">
                <a:latin typeface="Yanone Kaffeesatz"/>
                <a:ea typeface="Yanone Kaffeesatz"/>
                <a:cs typeface="Yanone Kaffeesatz"/>
                <a:sym typeface="Yanone Kaffeesatz"/>
              </a:defRPr>
            </a:lvl8pPr>
            <a:lvl9pPr lvl="8" rtl="0">
              <a:spcBef>
                <a:spcPts val="0"/>
              </a:spcBef>
              <a:spcAft>
                <a:spcPts val="0"/>
              </a:spcAft>
              <a:buSzPts val="1800"/>
              <a:buFont typeface="Yanone Kaffeesatz"/>
              <a:buNone/>
              <a:defRPr b="1" sz="1800">
                <a:latin typeface="Yanone Kaffeesatz"/>
                <a:ea typeface="Yanone Kaffeesatz"/>
                <a:cs typeface="Yanone Kaffeesatz"/>
                <a:sym typeface="Yanone Kaffeesatz"/>
              </a:defRPr>
            </a:lvl9pPr>
          </a:lstStyle>
          <a:p/>
        </p:txBody>
      </p:sp>
      <p:sp>
        <p:nvSpPr>
          <p:cNvPr id="357" name="Google Shape;357;p32"/>
          <p:cNvSpPr txBox="1"/>
          <p:nvPr/>
        </p:nvSpPr>
        <p:spPr>
          <a:xfrm>
            <a:off x="1219200" y="4252825"/>
            <a:ext cx="6705600" cy="346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dk1"/>
                </a:solidFill>
                <a:latin typeface="Actor"/>
                <a:ea typeface="Actor"/>
                <a:cs typeface="Actor"/>
                <a:sym typeface="Actor"/>
              </a:rPr>
              <a:t>CREDITS: This presentation template was created by Slidesgo, including icons by Flaticon, infographics &amp; images by Freepik and illustrations by Storyset</a:t>
            </a:r>
            <a:endParaRPr sz="1000">
              <a:solidFill>
                <a:schemeClr val="dk1"/>
              </a:solidFill>
              <a:latin typeface="Actor"/>
              <a:ea typeface="Actor"/>
              <a:cs typeface="Actor"/>
              <a:sym typeface="Acto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47">
    <p:spTree>
      <p:nvGrpSpPr>
        <p:cNvPr id="358" name="Shape 358"/>
        <p:cNvGrpSpPr/>
        <p:nvPr/>
      </p:nvGrpSpPr>
      <p:grpSpPr>
        <a:xfrm>
          <a:off x="0" y="0"/>
          <a:ext cx="0" cy="0"/>
          <a:chOff x="0" y="0"/>
          <a:chExt cx="0" cy="0"/>
        </a:xfrm>
      </p:grpSpPr>
      <p:grpSp>
        <p:nvGrpSpPr>
          <p:cNvPr id="359" name="Google Shape;359;p33"/>
          <p:cNvGrpSpPr/>
          <p:nvPr/>
        </p:nvGrpSpPr>
        <p:grpSpPr>
          <a:xfrm>
            <a:off x="-395614" y="2831794"/>
            <a:ext cx="3224485" cy="3224314"/>
            <a:chOff x="5279626" y="2678000"/>
            <a:chExt cx="1737424" cy="1737425"/>
          </a:xfrm>
        </p:grpSpPr>
        <p:sp>
          <p:nvSpPr>
            <p:cNvPr id="360" name="Google Shape;360;p33"/>
            <p:cNvSpPr/>
            <p:nvPr/>
          </p:nvSpPr>
          <p:spPr>
            <a:xfrm rot="2700000">
              <a:off x="5858024" y="3066541"/>
              <a:ext cx="848952"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rot="2700000">
              <a:off x="5648601" y="2656015"/>
              <a:ext cx="446750"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 name="Google Shape;362;p33"/>
          <p:cNvSpPr/>
          <p:nvPr/>
        </p:nvSpPr>
        <p:spPr>
          <a:xfrm rot="2700000">
            <a:off x="-1612210" y="1628731"/>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3"/>
          <p:cNvSpPr/>
          <p:nvPr/>
        </p:nvSpPr>
        <p:spPr>
          <a:xfrm rot="2700000">
            <a:off x="-639060" y="-790006"/>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3"/>
          <p:cNvSpPr/>
          <p:nvPr/>
        </p:nvSpPr>
        <p:spPr>
          <a:xfrm rot="2700000">
            <a:off x="1251988" y="435830"/>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3"/>
          <p:cNvSpPr/>
          <p:nvPr/>
        </p:nvSpPr>
        <p:spPr>
          <a:xfrm rot="2700000">
            <a:off x="1260210" y="1091361"/>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48">
    <p:spTree>
      <p:nvGrpSpPr>
        <p:cNvPr id="366" name="Shape 366"/>
        <p:cNvGrpSpPr/>
        <p:nvPr/>
      </p:nvGrpSpPr>
      <p:grpSpPr>
        <a:xfrm>
          <a:off x="0" y="0"/>
          <a:ext cx="0" cy="0"/>
          <a:chOff x="0" y="0"/>
          <a:chExt cx="0" cy="0"/>
        </a:xfrm>
      </p:grpSpPr>
      <p:sp>
        <p:nvSpPr>
          <p:cNvPr id="367" name="Google Shape;367;p34"/>
          <p:cNvSpPr/>
          <p:nvPr/>
        </p:nvSpPr>
        <p:spPr>
          <a:xfrm rot="2700000">
            <a:off x="3432002" y="3592569"/>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 name="Google Shape;368;p34"/>
          <p:cNvGrpSpPr/>
          <p:nvPr/>
        </p:nvGrpSpPr>
        <p:grpSpPr>
          <a:xfrm>
            <a:off x="5660874" y="3166981"/>
            <a:ext cx="1737424" cy="1737425"/>
            <a:chOff x="5279626" y="2678000"/>
            <a:chExt cx="1737424" cy="1737425"/>
          </a:xfrm>
        </p:grpSpPr>
        <p:sp>
          <p:nvSpPr>
            <p:cNvPr id="369" name="Google Shape;369;p34"/>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4"/>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 name="Google Shape;371;p34"/>
          <p:cNvSpPr/>
          <p:nvPr/>
        </p:nvSpPr>
        <p:spPr>
          <a:xfrm rot="2700000">
            <a:off x="3489338" y="2902055"/>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4"/>
          <p:cNvSpPr/>
          <p:nvPr/>
        </p:nvSpPr>
        <p:spPr>
          <a:xfrm rot="2700000">
            <a:off x="1796616" y="4606823"/>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4"/>
          <p:cNvSpPr/>
          <p:nvPr/>
        </p:nvSpPr>
        <p:spPr>
          <a:xfrm rot="2700000">
            <a:off x="-426773" y="5037369"/>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4"/>
          <p:cNvSpPr/>
          <p:nvPr/>
        </p:nvSpPr>
        <p:spPr>
          <a:xfrm rot="2700000">
            <a:off x="7111804" y="3848297"/>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4"/>
          <p:cNvSpPr/>
          <p:nvPr/>
        </p:nvSpPr>
        <p:spPr>
          <a:xfrm rot="2700000">
            <a:off x="307277" y="2380794"/>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49">
    <p:spTree>
      <p:nvGrpSpPr>
        <p:cNvPr id="376" name="Shape 376"/>
        <p:cNvGrpSpPr/>
        <p:nvPr/>
      </p:nvGrpSpPr>
      <p:grpSpPr>
        <a:xfrm>
          <a:off x="0" y="0"/>
          <a:ext cx="0" cy="0"/>
          <a:chOff x="0" y="0"/>
          <a:chExt cx="0" cy="0"/>
        </a:xfrm>
      </p:grpSpPr>
      <p:sp>
        <p:nvSpPr>
          <p:cNvPr id="377" name="Google Shape;377;p35"/>
          <p:cNvSpPr/>
          <p:nvPr/>
        </p:nvSpPr>
        <p:spPr>
          <a:xfrm rot="2700000">
            <a:off x="5598714" y="1958255"/>
            <a:ext cx="2279995" cy="227999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5"/>
          <p:cNvSpPr/>
          <p:nvPr/>
        </p:nvSpPr>
        <p:spPr>
          <a:xfrm rot="2700000">
            <a:off x="6153216" y="-193202"/>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9" name="Google Shape;379;p35"/>
          <p:cNvGrpSpPr/>
          <p:nvPr/>
        </p:nvGrpSpPr>
        <p:grpSpPr>
          <a:xfrm>
            <a:off x="4928687" y="3926086"/>
            <a:ext cx="1737424" cy="1737425"/>
            <a:chOff x="5279626" y="2678000"/>
            <a:chExt cx="1737424" cy="1737425"/>
          </a:xfrm>
        </p:grpSpPr>
        <p:sp>
          <p:nvSpPr>
            <p:cNvPr id="380" name="Google Shape;380;p35"/>
            <p:cNvSpPr/>
            <p:nvPr/>
          </p:nvSpPr>
          <p:spPr>
            <a:xfrm rot="2700000">
              <a:off x="5858024" y="3066541"/>
              <a:ext cx="848952"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5"/>
            <p:cNvSpPr/>
            <p:nvPr/>
          </p:nvSpPr>
          <p:spPr>
            <a:xfrm rot="2700000">
              <a:off x="5648601" y="2656015"/>
              <a:ext cx="446750" cy="122866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2" name="Google Shape;382;p35"/>
          <p:cNvSpPr/>
          <p:nvPr/>
        </p:nvSpPr>
        <p:spPr>
          <a:xfrm rot="2700000">
            <a:off x="7311517" y="3661447"/>
            <a:ext cx="2279995" cy="227999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5"/>
          <p:cNvSpPr/>
          <p:nvPr/>
        </p:nvSpPr>
        <p:spPr>
          <a:xfrm rot="2700000">
            <a:off x="5806642" y="1048337"/>
            <a:ext cx="137037" cy="198046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5"/>
          <p:cNvSpPr/>
          <p:nvPr/>
        </p:nvSpPr>
        <p:spPr>
          <a:xfrm rot="2700000">
            <a:off x="4220120" y="3227304"/>
            <a:ext cx="1228669" cy="1228669"/>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57" y="715596"/>
            <a:ext cx="7717500" cy="4755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1pPr>
            <a:lvl2pPr lvl="1" rtl="0">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2pPr>
            <a:lvl3pPr lvl="2" rtl="0">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3pPr>
            <a:lvl4pPr lvl="3" rtl="0">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4pPr>
            <a:lvl5pPr lvl="4" rtl="0">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5pPr>
            <a:lvl6pPr lvl="5" rtl="0">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6pPr>
            <a:lvl7pPr lvl="6" rtl="0">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7pPr>
            <a:lvl8pPr lvl="7" rtl="0">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8pPr>
            <a:lvl9pPr lvl="8" rtl="0">
              <a:spcBef>
                <a:spcPts val="0"/>
              </a:spcBef>
              <a:spcAft>
                <a:spcPts val="0"/>
              </a:spcAft>
              <a:buClr>
                <a:schemeClr val="dk1"/>
              </a:buClr>
              <a:buSzPts val="4500"/>
              <a:buFont typeface="DM Serif Display"/>
              <a:buNone/>
              <a:defRPr sz="4500">
                <a:solidFill>
                  <a:schemeClr val="dk1"/>
                </a:solidFill>
                <a:latin typeface="DM Serif Display"/>
                <a:ea typeface="DM Serif Display"/>
                <a:cs typeface="DM Serif Display"/>
                <a:sym typeface="DM Serif Display"/>
              </a:defRPr>
            </a:lvl9pPr>
          </a:lstStyle>
          <a:p/>
        </p:txBody>
      </p:sp>
      <p:sp>
        <p:nvSpPr>
          <p:cNvPr id="7" name="Google Shape;7;p1"/>
          <p:cNvSpPr txBox="1"/>
          <p:nvPr>
            <p:ph idx="1" type="body"/>
          </p:nvPr>
        </p:nvSpPr>
        <p:spPr>
          <a:xfrm>
            <a:off x="713250" y="1923500"/>
            <a:ext cx="7717500" cy="30753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1pPr>
            <a:lvl2pPr indent="-330200" lvl="1" marL="9144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2pPr>
            <a:lvl3pPr indent="-330200" lvl="2" marL="13716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3pPr>
            <a:lvl4pPr indent="-330200" lvl="3" marL="18288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4pPr>
            <a:lvl5pPr indent="-330200" lvl="4" marL="22860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5pPr>
            <a:lvl6pPr indent="-330200" lvl="5" marL="27432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6pPr>
            <a:lvl7pPr indent="-330200" lvl="6" marL="32004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7pPr>
            <a:lvl8pPr indent="-330200" lvl="7" marL="36576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8pPr>
            <a:lvl9pPr indent="-330200" lvl="8" marL="4114800">
              <a:lnSpc>
                <a:spcPct val="100000"/>
              </a:lnSpc>
              <a:spcBef>
                <a:spcPts val="0"/>
              </a:spcBef>
              <a:spcAft>
                <a:spcPts val="0"/>
              </a:spcAft>
              <a:buClr>
                <a:schemeClr val="dk1"/>
              </a:buClr>
              <a:buSzPts val="1600"/>
              <a:buFont typeface="Actor"/>
              <a:buChar char="■"/>
              <a:defRPr sz="1600">
                <a:solidFill>
                  <a:schemeClr val="dk1"/>
                </a:solidFill>
                <a:latin typeface="Actor"/>
                <a:ea typeface="Actor"/>
                <a:cs typeface="Actor"/>
                <a:sym typeface="Acto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4.jp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hyperlink" Target="https://www.dacast.com/blog/live-streaming-cdn/" TargetMode="External"/><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hyperlink" Target="https://www.dacast.com/live-streaming-platform/" TargetMode="External"/><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2.jpg"/><Relationship Id="rId4" Type="http://schemas.openxmlformats.org/officeDocument/2006/relationships/image" Target="../media/image7.png"/><Relationship Id="rId5"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6"/>
          <p:cNvSpPr txBox="1"/>
          <p:nvPr>
            <p:ph type="ctrTitle"/>
          </p:nvPr>
        </p:nvSpPr>
        <p:spPr>
          <a:xfrm>
            <a:off x="713225" y="935400"/>
            <a:ext cx="4154100" cy="18210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5500"/>
              <a:t>Online Streaming platform</a:t>
            </a:r>
            <a:endParaRPr sz="5500"/>
          </a:p>
        </p:txBody>
      </p:sp>
      <p:sp>
        <p:nvSpPr>
          <p:cNvPr id="390" name="Google Shape;390;p36"/>
          <p:cNvSpPr/>
          <p:nvPr/>
        </p:nvSpPr>
        <p:spPr>
          <a:xfrm rot="5400000">
            <a:off x="1681925" y="1984942"/>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1" name="Google Shape;391;p36"/>
          <p:cNvPicPr preferRelativeResize="0"/>
          <p:nvPr/>
        </p:nvPicPr>
        <p:blipFill rotWithShape="1">
          <a:blip r:embed="rId3">
            <a:alphaModFix/>
          </a:blip>
          <a:srcRect b="1771" l="25078" r="9544" t="885"/>
          <a:stretch/>
        </p:blipFill>
        <p:spPr>
          <a:xfrm>
            <a:off x="5939900" y="-45725"/>
            <a:ext cx="3812575" cy="3783275"/>
          </a:xfrm>
          <a:prstGeom prst="flowChartDecision">
            <a:avLst/>
          </a:prstGeom>
          <a:noFill/>
          <a:ln>
            <a:noFill/>
          </a:ln>
        </p:spPr>
      </p:pic>
      <p:pic>
        <p:nvPicPr>
          <p:cNvPr id="392" name="Google Shape;392;p36"/>
          <p:cNvPicPr preferRelativeResize="0"/>
          <p:nvPr/>
        </p:nvPicPr>
        <p:blipFill rotWithShape="1">
          <a:blip r:embed="rId4">
            <a:alphaModFix/>
          </a:blip>
          <a:srcRect b="0" l="16415" r="16415" t="0"/>
          <a:stretch/>
        </p:blipFill>
        <p:spPr>
          <a:xfrm>
            <a:off x="4396166" y="1925440"/>
            <a:ext cx="2922287" cy="2899831"/>
          </a:xfrm>
          <a:prstGeom prst="flowChartDecision">
            <a:avLst/>
          </a:prstGeom>
          <a:noFill/>
          <a:ln>
            <a:noFill/>
          </a:ln>
        </p:spPr>
      </p:pic>
      <p:sp>
        <p:nvSpPr>
          <p:cNvPr id="393" name="Google Shape;393;p36"/>
          <p:cNvSpPr txBox="1"/>
          <p:nvPr/>
        </p:nvSpPr>
        <p:spPr>
          <a:xfrm>
            <a:off x="713225" y="3081175"/>
            <a:ext cx="47478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900">
                <a:solidFill>
                  <a:srgbClr val="B3C3CE"/>
                </a:solidFill>
                <a:latin typeface="Actor"/>
                <a:ea typeface="Actor"/>
                <a:cs typeface="Actor"/>
                <a:sym typeface="Actor"/>
              </a:rPr>
              <a:t>FuGenX</a:t>
            </a:r>
            <a:endParaRPr b="1" sz="3900">
              <a:solidFill>
                <a:srgbClr val="B3C3CE"/>
              </a:solidFill>
              <a:latin typeface="Actor"/>
              <a:ea typeface="Actor"/>
              <a:cs typeface="Actor"/>
              <a:sym typeface="Acto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7"/>
          <p:cNvSpPr/>
          <p:nvPr/>
        </p:nvSpPr>
        <p:spPr>
          <a:xfrm rot="2700000">
            <a:off x="4733881" y="917530"/>
            <a:ext cx="626638" cy="62663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7"/>
          <p:cNvSpPr/>
          <p:nvPr/>
        </p:nvSpPr>
        <p:spPr>
          <a:xfrm rot="2700000">
            <a:off x="875131" y="1121005"/>
            <a:ext cx="626638" cy="626638"/>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7"/>
          <p:cNvSpPr/>
          <p:nvPr/>
        </p:nvSpPr>
        <p:spPr>
          <a:xfrm rot="2700000">
            <a:off x="4879081" y="4021917"/>
            <a:ext cx="626638" cy="626638"/>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7"/>
          <p:cNvSpPr/>
          <p:nvPr/>
        </p:nvSpPr>
        <p:spPr>
          <a:xfrm rot="2700000">
            <a:off x="875131" y="2495030"/>
            <a:ext cx="626638" cy="62663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7"/>
          <p:cNvSpPr txBox="1"/>
          <p:nvPr>
            <p:ph idx="15" type="title"/>
          </p:nvPr>
        </p:nvSpPr>
        <p:spPr>
          <a:xfrm>
            <a:off x="713250" y="40375"/>
            <a:ext cx="7717500" cy="53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Table </a:t>
            </a:r>
            <a:r>
              <a:rPr lang="en"/>
              <a:t>of contents</a:t>
            </a:r>
            <a:endParaRPr/>
          </a:p>
        </p:txBody>
      </p:sp>
      <p:sp>
        <p:nvSpPr>
          <p:cNvPr id="403" name="Google Shape;403;p37"/>
          <p:cNvSpPr txBox="1"/>
          <p:nvPr>
            <p:ph type="title"/>
          </p:nvPr>
        </p:nvSpPr>
        <p:spPr>
          <a:xfrm>
            <a:off x="890553" y="1130482"/>
            <a:ext cx="595800" cy="52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404" name="Google Shape;404;p37"/>
          <p:cNvSpPr txBox="1"/>
          <p:nvPr>
            <p:ph idx="1" type="subTitle"/>
          </p:nvPr>
        </p:nvSpPr>
        <p:spPr>
          <a:xfrm>
            <a:off x="1691411" y="912088"/>
            <a:ext cx="2912700" cy="63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Introduction</a:t>
            </a:r>
            <a:endParaRPr/>
          </a:p>
        </p:txBody>
      </p:sp>
      <p:sp>
        <p:nvSpPr>
          <p:cNvPr id="405" name="Google Shape;405;p37"/>
          <p:cNvSpPr txBox="1"/>
          <p:nvPr>
            <p:ph idx="3" type="subTitle"/>
          </p:nvPr>
        </p:nvSpPr>
        <p:spPr>
          <a:xfrm>
            <a:off x="5520224" y="884700"/>
            <a:ext cx="3366600" cy="63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a:t>
            </a:r>
            <a:endParaRPr/>
          </a:p>
          <a:p>
            <a:pPr indent="0" lvl="0" marL="0" rtl="0" algn="l">
              <a:spcBef>
                <a:spcPts val="0"/>
              </a:spcBef>
              <a:spcAft>
                <a:spcPts val="0"/>
              </a:spcAft>
              <a:buNone/>
            </a:pPr>
            <a:r>
              <a:rPr lang="en"/>
              <a:t> Statement</a:t>
            </a:r>
            <a:endParaRPr/>
          </a:p>
        </p:txBody>
      </p:sp>
      <p:sp>
        <p:nvSpPr>
          <p:cNvPr id="406" name="Google Shape;406;p37"/>
          <p:cNvSpPr txBox="1"/>
          <p:nvPr>
            <p:ph idx="4" type="title"/>
          </p:nvPr>
        </p:nvSpPr>
        <p:spPr>
          <a:xfrm>
            <a:off x="4749303" y="941407"/>
            <a:ext cx="595800" cy="52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407" name="Google Shape;407;p37"/>
          <p:cNvSpPr txBox="1"/>
          <p:nvPr>
            <p:ph idx="6" type="subTitle"/>
          </p:nvPr>
        </p:nvSpPr>
        <p:spPr>
          <a:xfrm>
            <a:off x="1763536" y="2423453"/>
            <a:ext cx="2912700" cy="63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Objectives</a:t>
            </a:r>
            <a:endParaRPr/>
          </a:p>
        </p:txBody>
      </p:sp>
      <p:sp>
        <p:nvSpPr>
          <p:cNvPr id="408" name="Google Shape;408;p37"/>
          <p:cNvSpPr txBox="1"/>
          <p:nvPr>
            <p:ph idx="7" type="title"/>
          </p:nvPr>
        </p:nvSpPr>
        <p:spPr>
          <a:xfrm>
            <a:off x="890553" y="2599436"/>
            <a:ext cx="595800" cy="52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409" name="Google Shape;409;p37"/>
          <p:cNvSpPr txBox="1"/>
          <p:nvPr>
            <p:ph idx="9" type="subTitle"/>
          </p:nvPr>
        </p:nvSpPr>
        <p:spPr>
          <a:xfrm>
            <a:off x="5635506" y="2450578"/>
            <a:ext cx="2912700" cy="63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Analysis</a:t>
            </a:r>
            <a:endParaRPr/>
          </a:p>
        </p:txBody>
      </p:sp>
      <p:sp>
        <p:nvSpPr>
          <p:cNvPr id="410" name="Google Shape;410;p37"/>
          <p:cNvSpPr txBox="1"/>
          <p:nvPr>
            <p:ph idx="13" type="title"/>
          </p:nvPr>
        </p:nvSpPr>
        <p:spPr>
          <a:xfrm>
            <a:off x="4924403" y="4073186"/>
            <a:ext cx="595800" cy="52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411" name="Google Shape;411;p37"/>
          <p:cNvSpPr/>
          <p:nvPr/>
        </p:nvSpPr>
        <p:spPr>
          <a:xfrm rot="5400000">
            <a:off x="1714050" y="-388916"/>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37"/>
          <p:cNvPicPr preferRelativeResize="0"/>
          <p:nvPr/>
        </p:nvPicPr>
        <p:blipFill rotWithShape="1">
          <a:blip r:embed="rId3">
            <a:alphaModFix/>
          </a:blip>
          <a:srcRect b="0" l="16415" r="16415" t="0"/>
          <a:stretch/>
        </p:blipFill>
        <p:spPr>
          <a:xfrm>
            <a:off x="5964391" y="-2017322"/>
            <a:ext cx="2922287" cy="2899831"/>
          </a:xfrm>
          <a:prstGeom prst="flowChartDecision">
            <a:avLst/>
          </a:prstGeom>
          <a:noFill/>
          <a:ln>
            <a:noFill/>
          </a:ln>
        </p:spPr>
      </p:pic>
      <p:sp>
        <p:nvSpPr>
          <p:cNvPr id="413" name="Google Shape;413;p37"/>
          <p:cNvSpPr/>
          <p:nvPr/>
        </p:nvSpPr>
        <p:spPr>
          <a:xfrm rot="2700000">
            <a:off x="934981" y="4091905"/>
            <a:ext cx="626638" cy="62663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7"/>
          <p:cNvSpPr txBox="1"/>
          <p:nvPr>
            <p:ph idx="7" type="title"/>
          </p:nvPr>
        </p:nvSpPr>
        <p:spPr>
          <a:xfrm>
            <a:off x="950403" y="4196311"/>
            <a:ext cx="595800" cy="52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415" name="Google Shape;415;p37"/>
          <p:cNvSpPr/>
          <p:nvPr/>
        </p:nvSpPr>
        <p:spPr>
          <a:xfrm rot="2700000">
            <a:off x="4792781" y="2519430"/>
            <a:ext cx="626638" cy="626638"/>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7"/>
          <p:cNvSpPr txBox="1"/>
          <p:nvPr>
            <p:ph idx="13" type="title"/>
          </p:nvPr>
        </p:nvSpPr>
        <p:spPr>
          <a:xfrm>
            <a:off x="4808203" y="2570699"/>
            <a:ext cx="595800" cy="52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417" name="Google Shape;417;p37"/>
          <p:cNvSpPr txBox="1"/>
          <p:nvPr>
            <p:ph idx="9" type="subTitle"/>
          </p:nvPr>
        </p:nvSpPr>
        <p:spPr>
          <a:xfrm>
            <a:off x="1851556" y="4086465"/>
            <a:ext cx="2912700" cy="63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Testing</a:t>
            </a:r>
            <a:endParaRPr/>
          </a:p>
        </p:txBody>
      </p:sp>
      <p:sp>
        <p:nvSpPr>
          <p:cNvPr id="418" name="Google Shape;418;p37"/>
          <p:cNvSpPr txBox="1"/>
          <p:nvPr>
            <p:ph idx="9" type="subTitle"/>
          </p:nvPr>
        </p:nvSpPr>
        <p:spPr>
          <a:xfrm>
            <a:off x="5747181" y="4016465"/>
            <a:ext cx="2912700" cy="63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Final Demo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8"/>
          <p:cNvSpPr txBox="1"/>
          <p:nvPr>
            <p:ph type="title"/>
          </p:nvPr>
        </p:nvSpPr>
        <p:spPr>
          <a:xfrm>
            <a:off x="4572000" y="811062"/>
            <a:ext cx="3858900" cy="59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Introduction</a:t>
            </a:r>
            <a:endParaRPr/>
          </a:p>
        </p:txBody>
      </p:sp>
      <p:sp>
        <p:nvSpPr>
          <p:cNvPr id="424" name="Google Shape;424;p38"/>
          <p:cNvSpPr txBox="1"/>
          <p:nvPr>
            <p:ph idx="1" type="subTitle"/>
          </p:nvPr>
        </p:nvSpPr>
        <p:spPr>
          <a:xfrm>
            <a:off x="4572000" y="1689575"/>
            <a:ext cx="4419000" cy="277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What are online streaming platforms?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A video streaming service is</a:t>
            </a:r>
            <a:r>
              <a:rPr lang="en">
                <a:solidFill>
                  <a:srgbClr val="202124"/>
                </a:solidFill>
                <a:latin typeface="Times New Roman"/>
                <a:ea typeface="Times New Roman"/>
                <a:cs typeface="Times New Roman"/>
                <a:sym typeface="Times New Roman"/>
              </a:rPr>
              <a:t> </a:t>
            </a:r>
            <a:r>
              <a:rPr lang="en">
                <a:latin typeface="Times New Roman"/>
                <a:ea typeface="Times New Roman"/>
                <a:cs typeface="Times New Roman"/>
                <a:sym typeface="Times New Roman"/>
              </a:rPr>
              <a:t>an on demand online entertainment source for TV shows, movies and other streaming media.</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
                <a:latin typeface="Times New Roman"/>
                <a:ea typeface="Times New Roman"/>
                <a:cs typeface="Times New Roman"/>
                <a:sym typeface="Times New Roman"/>
              </a:rPr>
              <a:t>High-Quality Streams.</a:t>
            </a:r>
            <a:endParaRPr>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
                <a:latin typeface="Times New Roman"/>
                <a:ea typeface="Times New Roman"/>
                <a:cs typeface="Times New Roman"/>
                <a:sym typeface="Times New Roman"/>
              </a:rPr>
              <a:t>Greater Audience Potential.</a:t>
            </a:r>
            <a:endParaRPr>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
                <a:latin typeface="Times New Roman"/>
                <a:ea typeface="Times New Roman"/>
                <a:cs typeface="Times New Roman"/>
                <a:sym typeface="Times New Roman"/>
              </a:rPr>
              <a:t>Wide Variety of Content Use.</a:t>
            </a:r>
            <a:endParaRPr>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
                <a:latin typeface="Times New Roman"/>
                <a:ea typeface="Times New Roman"/>
                <a:cs typeface="Times New Roman"/>
                <a:sym typeface="Times New Roman"/>
              </a:rPr>
              <a:t>Ease and Convenience.</a:t>
            </a:r>
            <a:endParaRPr>
              <a:latin typeface="Times New Roman"/>
              <a:ea typeface="Times New Roman"/>
              <a:cs typeface="Times New Roman"/>
              <a:sym typeface="Times New Roman"/>
            </a:endParaRPr>
          </a:p>
          <a:p>
            <a:pPr indent="0" lvl="0" marL="0" rtl="0" algn="l">
              <a:spcBef>
                <a:spcPts val="300"/>
              </a:spcBef>
              <a:spcAft>
                <a:spcPts val="0"/>
              </a:spcAft>
              <a:buNone/>
            </a:pPr>
            <a:r>
              <a:t/>
            </a:r>
            <a:endParaRPr>
              <a:latin typeface="Times New Roman"/>
              <a:ea typeface="Times New Roman"/>
              <a:cs typeface="Times New Roman"/>
              <a:sym typeface="Times New Roman"/>
            </a:endParaRPr>
          </a:p>
        </p:txBody>
      </p:sp>
      <p:sp>
        <p:nvSpPr>
          <p:cNvPr id="425" name="Google Shape;425;p38"/>
          <p:cNvSpPr/>
          <p:nvPr/>
        </p:nvSpPr>
        <p:spPr>
          <a:xfrm rot="5400000">
            <a:off x="5540700" y="443116"/>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6" name="Google Shape;426;p38"/>
          <p:cNvPicPr preferRelativeResize="0"/>
          <p:nvPr/>
        </p:nvPicPr>
        <p:blipFill rotWithShape="1">
          <a:blip r:embed="rId3">
            <a:alphaModFix/>
          </a:blip>
          <a:srcRect b="7070" l="-832" r="36832" t="4986"/>
          <a:stretch/>
        </p:blipFill>
        <p:spPr>
          <a:xfrm>
            <a:off x="-952285" y="2560653"/>
            <a:ext cx="3812575" cy="3783275"/>
          </a:xfrm>
          <a:prstGeom prst="flowChartDecision">
            <a:avLst/>
          </a:prstGeom>
          <a:noFill/>
          <a:ln>
            <a:noFill/>
          </a:ln>
        </p:spPr>
      </p:pic>
      <p:pic>
        <p:nvPicPr>
          <p:cNvPr id="427" name="Google Shape;427;p38"/>
          <p:cNvPicPr preferRelativeResize="0"/>
          <p:nvPr/>
        </p:nvPicPr>
        <p:blipFill rotWithShape="1">
          <a:blip r:embed="rId4">
            <a:alphaModFix/>
          </a:blip>
          <a:srcRect b="0" l="16365" r="16371" t="0"/>
          <a:stretch/>
        </p:blipFill>
        <p:spPr>
          <a:xfrm>
            <a:off x="-507141" y="-525780"/>
            <a:ext cx="2922288" cy="2899831"/>
          </a:xfrm>
          <a:prstGeom prst="flowChartDecision">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grpSp>
        <p:nvGrpSpPr>
          <p:cNvPr id="432" name="Google Shape;432;p39"/>
          <p:cNvGrpSpPr/>
          <p:nvPr/>
        </p:nvGrpSpPr>
        <p:grpSpPr>
          <a:xfrm>
            <a:off x="5386241" y="2683290"/>
            <a:ext cx="3550722" cy="2140613"/>
            <a:chOff x="4139436" y="1590925"/>
            <a:chExt cx="4179779" cy="2519850"/>
          </a:xfrm>
        </p:grpSpPr>
        <p:sp>
          <p:nvSpPr>
            <p:cNvPr id="433" name="Google Shape;433;p39"/>
            <p:cNvSpPr/>
            <p:nvPr/>
          </p:nvSpPr>
          <p:spPr>
            <a:xfrm>
              <a:off x="4388352" y="1590925"/>
              <a:ext cx="3685075" cy="2265094"/>
            </a:xfrm>
            <a:custGeom>
              <a:rect b="b" l="l" r="r" t="t"/>
              <a:pathLst>
                <a:path extrusionOk="0" h="53084" w="89449">
                  <a:moveTo>
                    <a:pt x="3139" y="0"/>
                  </a:moveTo>
                  <a:cubicBezTo>
                    <a:pt x="1528" y="0"/>
                    <a:pt x="0" y="775"/>
                    <a:pt x="0" y="2407"/>
                  </a:cubicBezTo>
                  <a:lnTo>
                    <a:pt x="0" y="53084"/>
                  </a:lnTo>
                  <a:lnTo>
                    <a:pt x="89449" y="53084"/>
                  </a:lnTo>
                  <a:lnTo>
                    <a:pt x="89449" y="2407"/>
                  </a:lnTo>
                  <a:cubicBezTo>
                    <a:pt x="89449" y="775"/>
                    <a:pt x="88549" y="0"/>
                    <a:pt x="86938"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9"/>
            <p:cNvSpPr/>
            <p:nvPr/>
          </p:nvSpPr>
          <p:spPr>
            <a:xfrm rot="10800000">
              <a:off x="4139436" y="4006075"/>
              <a:ext cx="4175400" cy="104700"/>
            </a:xfrm>
            <a:prstGeom prst="trapezoid">
              <a:avLst>
                <a:gd fmla="val 150191"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9"/>
            <p:cNvSpPr/>
            <p:nvPr/>
          </p:nvSpPr>
          <p:spPr>
            <a:xfrm>
              <a:off x="4143814" y="3858925"/>
              <a:ext cx="4175400" cy="14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6" name="Google Shape;436;p39"/>
          <p:cNvSpPr txBox="1"/>
          <p:nvPr/>
        </p:nvSpPr>
        <p:spPr>
          <a:xfrm>
            <a:off x="1020550" y="528400"/>
            <a:ext cx="4255500" cy="3632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Streaming refers to any media content – live or recorded – delivered to computers and mobile devices via the internet and played back in real time. </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Podcasts, webcasts, movies, TV shows and music videos are common forms of streaming content.</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These services provide an alternative to cable and satellite on demand service, often at a lower cost. Use of streaming services often requires fees, either per view or subscription.</a:t>
            </a:r>
            <a:endParaRPr sz="1600">
              <a:solidFill>
                <a:schemeClr val="dk1"/>
              </a:solidFill>
              <a:latin typeface="Times New Roman"/>
              <a:ea typeface="Times New Roman"/>
              <a:cs typeface="Times New Roman"/>
              <a:sym typeface="Times New Roman"/>
            </a:endParaRPr>
          </a:p>
        </p:txBody>
      </p:sp>
      <p:pic>
        <p:nvPicPr>
          <p:cNvPr id="437" name="Google Shape;437;p39"/>
          <p:cNvPicPr preferRelativeResize="0"/>
          <p:nvPr/>
        </p:nvPicPr>
        <p:blipFill>
          <a:blip r:embed="rId3">
            <a:alphaModFix/>
          </a:blip>
          <a:stretch>
            <a:fillRect/>
          </a:stretch>
        </p:blipFill>
        <p:spPr>
          <a:xfrm>
            <a:off x="5562925" y="2651832"/>
            <a:ext cx="3374050" cy="20691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0"/>
          <p:cNvSpPr txBox="1"/>
          <p:nvPr>
            <p:ph type="title"/>
          </p:nvPr>
        </p:nvSpPr>
        <p:spPr>
          <a:xfrm>
            <a:off x="662225" y="233325"/>
            <a:ext cx="7717500" cy="53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 Statement</a:t>
            </a:r>
            <a:endParaRPr/>
          </a:p>
        </p:txBody>
      </p:sp>
      <p:sp>
        <p:nvSpPr>
          <p:cNvPr id="443" name="Google Shape;443;p40"/>
          <p:cNvSpPr/>
          <p:nvPr/>
        </p:nvSpPr>
        <p:spPr>
          <a:xfrm rot="5400000">
            <a:off x="1723875" y="-152866"/>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0"/>
          <p:cNvSpPr txBox="1"/>
          <p:nvPr/>
        </p:nvSpPr>
        <p:spPr>
          <a:xfrm>
            <a:off x="469425" y="1136850"/>
            <a:ext cx="7717500" cy="3386400"/>
          </a:xfrm>
          <a:prstGeom prst="rect">
            <a:avLst/>
          </a:prstGeom>
          <a:noFill/>
          <a:ln>
            <a:noFill/>
          </a:ln>
        </p:spPr>
        <p:txBody>
          <a:bodyPr anchorCtr="0" anchor="t" bIns="91425" lIns="91425" spcFirstLastPara="1" rIns="91425" wrap="square" tIns="91425">
            <a:spAutoFit/>
          </a:bodyPr>
          <a:lstStyle/>
          <a:p>
            <a:pPr indent="-330200" lvl="0" marL="457200" rtl="0" algn="just">
              <a:lnSpc>
                <a:spcPct val="15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In recent years, the Web has undergone a tremendous growth regarding both content and users. This has led to an information overload problem in which people are finding it increasingly difficult to locate the right information at the right time.</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This abstract studies the feasibility of the integration of a recommender engine as a module to the online streaming platform.</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It mines movie databases to collect all the important information, such as, popularity and attractiveness, required for recommendation.</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It generates movie swarms not only convenient for movie producers to plan a new movie but also useful for movie recommendation.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1"/>
          <p:cNvSpPr txBox="1"/>
          <p:nvPr>
            <p:ph type="title"/>
          </p:nvPr>
        </p:nvSpPr>
        <p:spPr>
          <a:xfrm>
            <a:off x="590800" y="151675"/>
            <a:ext cx="7717500" cy="53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Objectives</a:t>
            </a:r>
            <a:endParaRPr/>
          </a:p>
        </p:txBody>
      </p:sp>
      <p:sp>
        <p:nvSpPr>
          <p:cNvPr id="450" name="Google Shape;450;p41"/>
          <p:cNvSpPr/>
          <p:nvPr/>
        </p:nvSpPr>
        <p:spPr>
          <a:xfrm rot="5400000">
            <a:off x="1681950" y="-193691"/>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1" name="Google Shape;451;p41"/>
          <p:cNvPicPr preferRelativeResize="0"/>
          <p:nvPr/>
        </p:nvPicPr>
        <p:blipFill>
          <a:blip r:embed="rId3">
            <a:alphaModFix/>
          </a:blip>
          <a:stretch>
            <a:fillRect/>
          </a:stretch>
        </p:blipFill>
        <p:spPr>
          <a:xfrm>
            <a:off x="234050" y="1400587"/>
            <a:ext cx="2113200" cy="1408825"/>
          </a:xfrm>
          <a:prstGeom prst="rect">
            <a:avLst/>
          </a:prstGeom>
          <a:noFill/>
          <a:ln>
            <a:noFill/>
          </a:ln>
        </p:spPr>
      </p:pic>
      <p:sp>
        <p:nvSpPr>
          <p:cNvPr id="452" name="Google Shape;452;p41"/>
          <p:cNvSpPr txBox="1"/>
          <p:nvPr/>
        </p:nvSpPr>
        <p:spPr>
          <a:xfrm>
            <a:off x="326575" y="969475"/>
            <a:ext cx="4898700" cy="4311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4500"/>
              </a:spcBef>
              <a:spcAft>
                <a:spcPts val="900"/>
              </a:spcAft>
              <a:buNone/>
            </a:pPr>
            <a:r>
              <a:rPr lang="en" sz="1600">
                <a:solidFill>
                  <a:schemeClr val="dk1"/>
                </a:solidFill>
                <a:latin typeface="Times New Roman"/>
                <a:ea typeface="Times New Roman"/>
                <a:cs typeface="Times New Roman"/>
                <a:sym typeface="Times New Roman"/>
              </a:rPr>
              <a:t>1. High-Quality Streams</a:t>
            </a:r>
            <a:endParaRPr sz="1600">
              <a:solidFill>
                <a:schemeClr val="dk1"/>
              </a:solidFill>
              <a:latin typeface="Times New Roman"/>
              <a:ea typeface="Times New Roman"/>
              <a:cs typeface="Times New Roman"/>
              <a:sym typeface="Times New Roman"/>
            </a:endParaRPr>
          </a:p>
        </p:txBody>
      </p:sp>
      <p:sp>
        <p:nvSpPr>
          <p:cNvPr id="453" name="Google Shape;453;p41"/>
          <p:cNvSpPr txBox="1"/>
          <p:nvPr/>
        </p:nvSpPr>
        <p:spPr>
          <a:xfrm>
            <a:off x="2439075" y="1766438"/>
            <a:ext cx="5828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Online </a:t>
            </a:r>
            <a:r>
              <a:rPr lang="en" sz="1600">
                <a:solidFill>
                  <a:schemeClr val="dk1"/>
                </a:solidFill>
                <a:latin typeface="Times New Roman"/>
                <a:ea typeface="Times New Roman"/>
                <a:cs typeface="Times New Roman"/>
                <a:sym typeface="Times New Roman"/>
              </a:rPr>
              <a:t>streaming service with a robust infrastructure and a good </a:t>
            </a:r>
            <a:r>
              <a:rPr lang="en" sz="1600">
                <a:solidFill>
                  <a:srgbClr val="00C3B1"/>
                </a:solidFill>
                <a:uFill>
                  <a:noFill/>
                </a:uFill>
                <a:latin typeface="Times New Roman"/>
                <a:ea typeface="Times New Roman"/>
                <a:cs typeface="Times New Roman"/>
                <a:sym typeface="Times New Roman"/>
                <a:hlinkClick r:id="rId4">
                  <a:extLst>
                    <a:ext uri="{A12FA001-AC4F-418D-AE19-62706E023703}">
                      <ahyp:hlinkClr val="tx"/>
                    </a:ext>
                  </a:extLst>
                </a:hlinkClick>
              </a:rPr>
              <a:t>content delivery network (CDN)</a:t>
            </a:r>
            <a:r>
              <a:rPr lang="en" sz="1600">
                <a:solidFill>
                  <a:schemeClr val="dk1"/>
                </a:solidFill>
                <a:latin typeface="Times New Roman"/>
                <a:ea typeface="Times New Roman"/>
                <a:cs typeface="Times New Roman"/>
                <a:sym typeface="Times New Roman"/>
              </a:rPr>
              <a:t> to achieve high-quality video. </a:t>
            </a:r>
            <a:endParaRPr sz="1600">
              <a:solidFill>
                <a:schemeClr val="dk1"/>
              </a:solidFill>
              <a:latin typeface="Times New Roman"/>
              <a:ea typeface="Times New Roman"/>
              <a:cs typeface="Times New Roman"/>
              <a:sym typeface="Times New Roman"/>
            </a:endParaRPr>
          </a:p>
        </p:txBody>
      </p:sp>
      <p:sp>
        <p:nvSpPr>
          <p:cNvPr id="454" name="Google Shape;454;p41"/>
          <p:cNvSpPr txBox="1"/>
          <p:nvPr/>
        </p:nvSpPr>
        <p:spPr>
          <a:xfrm>
            <a:off x="326575" y="2908525"/>
            <a:ext cx="6113100" cy="4311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4500"/>
              </a:spcBef>
              <a:spcAft>
                <a:spcPts val="900"/>
              </a:spcAft>
              <a:buNone/>
            </a:pPr>
            <a:r>
              <a:rPr lang="en" sz="1600">
                <a:solidFill>
                  <a:schemeClr val="dk1"/>
                </a:solidFill>
                <a:latin typeface="Times New Roman"/>
                <a:ea typeface="Times New Roman"/>
                <a:cs typeface="Times New Roman"/>
                <a:sym typeface="Times New Roman"/>
              </a:rPr>
              <a:t>2. Greater Audience Potential</a:t>
            </a:r>
            <a:endParaRPr sz="1600">
              <a:solidFill>
                <a:schemeClr val="dk1"/>
              </a:solidFill>
              <a:latin typeface="Times New Roman"/>
              <a:ea typeface="Times New Roman"/>
              <a:cs typeface="Times New Roman"/>
              <a:sym typeface="Times New Roman"/>
            </a:endParaRPr>
          </a:p>
        </p:txBody>
      </p:sp>
      <p:pic>
        <p:nvPicPr>
          <p:cNvPr id="455" name="Google Shape;455;p41"/>
          <p:cNvPicPr preferRelativeResize="0"/>
          <p:nvPr/>
        </p:nvPicPr>
        <p:blipFill>
          <a:blip r:embed="rId5">
            <a:alphaModFix/>
          </a:blip>
          <a:stretch>
            <a:fillRect/>
          </a:stretch>
        </p:blipFill>
        <p:spPr>
          <a:xfrm>
            <a:off x="326568" y="3518900"/>
            <a:ext cx="3107851" cy="1344875"/>
          </a:xfrm>
          <a:prstGeom prst="rect">
            <a:avLst/>
          </a:prstGeom>
          <a:noFill/>
          <a:ln>
            <a:noFill/>
          </a:ln>
        </p:spPr>
      </p:pic>
      <p:sp>
        <p:nvSpPr>
          <p:cNvPr id="456" name="Google Shape;456;p41"/>
          <p:cNvSpPr txBox="1"/>
          <p:nvPr/>
        </p:nvSpPr>
        <p:spPr>
          <a:xfrm>
            <a:off x="3755575" y="3606488"/>
            <a:ext cx="48987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Online</a:t>
            </a:r>
            <a:r>
              <a:rPr lang="en" sz="1600">
                <a:solidFill>
                  <a:schemeClr val="dk1"/>
                </a:solidFill>
                <a:latin typeface="Times New Roman"/>
                <a:ea typeface="Times New Roman"/>
                <a:cs typeface="Times New Roman"/>
                <a:sym typeface="Times New Roman"/>
              </a:rPr>
              <a:t> streaming, however, you can invite as many people as you like to “come Together”.Online</a:t>
            </a:r>
            <a:r>
              <a:rPr lang="en" sz="1600">
                <a:solidFill>
                  <a:schemeClr val="dk1"/>
                </a:solidFill>
                <a:latin typeface="Times New Roman"/>
                <a:ea typeface="Times New Roman"/>
                <a:cs typeface="Times New Roman"/>
                <a:sym typeface="Times New Roman"/>
              </a:rPr>
              <a:t> streaming your event can make your content accessible to these people whom you wouldn’t reach otherwise.</a:t>
            </a: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2"/>
          <p:cNvSpPr txBox="1"/>
          <p:nvPr/>
        </p:nvSpPr>
        <p:spPr>
          <a:xfrm>
            <a:off x="347000" y="295975"/>
            <a:ext cx="4408800" cy="4311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4500"/>
              </a:spcBef>
              <a:spcAft>
                <a:spcPts val="900"/>
              </a:spcAft>
              <a:buNone/>
            </a:pPr>
            <a:r>
              <a:rPr lang="en" sz="1600">
                <a:solidFill>
                  <a:schemeClr val="dk1"/>
                </a:solidFill>
                <a:latin typeface="Times New Roman"/>
                <a:ea typeface="Times New Roman"/>
                <a:cs typeface="Times New Roman"/>
                <a:sym typeface="Times New Roman"/>
              </a:rPr>
              <a:t>3</a:t>
            </a:r>
            <a:r>
              <a:rPr lang="en" sz="1600">
                <a:solidFill>
                  <a:schemeClr val="dk1"/>
                </a:solidFill>
                <a:latin typeface="Times New Roman"/>
                <a:ea typeface="Times New Roman"/>
                <a:cs typeface="Times New Roman"/>
                <a:sym typeface="Times New Roman"/>
              </a:rPr>
              <a:t>. Ease and Convenience</a:t>
            </a:r>
            <a:endParaRPr sz="1600">
              <a:solidFill>
                <a:schemeClr val="dk1"/>
              </a:solidFill>
              <a:latin typeface="Times New Roman"/>
              <a:ea typeface="Times New Roman"/>
              <a:cs typeface="Times New Roman"/>
              <a:sym typeface="Times New Roman"/>
            </a:endParaRPr>
          </a:p>
        </p:txBody>
      </p:sp>
      <p:pic>
        <p:nvPicPr>
          <p:cNvPr id="462" name="Google Shape;462;p42"/>
          <p:cNvPicPr preferRelativeResize="0"/>
          <p:nvPr/>
        </p:nvPicPr>
        <p:blipFill>
          <a:blip r:embed="rId3">
            <a:alphaModFix/>
          </a:blip>
          <a:stretch>
            <a:fillRect/>
          </a:stretch>
        </p:blipFill>
        <p:spPr>
          <a:xfrm>
            <a:off x="693275" y="818250"/>
            <a:ext cx="1500876" cy="1500876"/>
          </a:xfrm>
          <a:prstGeom prst="rect">
            <a:avLst/>
          </a:prstGeom>
          <a:noFill/>
          <a:ln>
            <a:noFill/>
          </a:ln>
        </p:spPr>
      </p:pic>
      <p:sp>
        <p:nvSpPr>
          <p:cNvPr id="463" name="Google Shape;463;p42"/>
          <p:cNvSpPr txBox="1"/>
          <p:nvPr/>
        </p:nvSpPr>
        <p:spPr>
          <a:xfrm>
            <a:off x="2541150" y="1106988"/>
            <a:ext cx="5908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Online </a:t>
            </a:r>
            <a:r>
              <a:rPr lang="en" sz="1600">
                <a:solidFill>
                  <a:schemeClr val="dk1"/>
                </a:solidFill>
                <a:latin typeface="Times New Roman"/>
                <a:ea typeface="Times New Roman"/>
                <a:cs typeface="Times New Roman"/>
                <a:sym typeface="Times New Roman"/>
              </a:rPr>
              <a:t>streaming can be very simple. All you need are relevant video and audio equipment, an internet connection, an encoder, and a trusty </a:t>
            </a:r>
            <a:r>
              <a:rPr lang="en" sz="16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streaming platform</a:t>
            </a: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p:txBody>
      </p:sp>
      <p:sp>
        <p:nvSpPr>
          <p:cNvPr id="464" name="Google Shape;464;p42"/>
          <p:cNvSpPr txBox="1"/>
          <p:nvPr/>
        </p:nvSpPr>
        <p:spPr>
          <a:xfrm>
            <a:off x="387825" y="2633000"/>
            <a:ext cx="4408800" cy="4311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4500"/>
              </a:spcBef>
              <a:spcAft>
                <a:spcPts val="900"/>
              </a:spcAft>
              <a:buNone/>
            </a:pPr>
            <a:r>
              <a:rPr lang="en" sz="1600">
                <a:solidFill>
                  <a:schemeClr val="dk1"/>
                </a:solidFill>
                <a:latin typeface="Times New Roman"/>
                <a:ea typeface="Times New Roman"/>
                <a:cs typeface="Times New Roman"/>
                <a:sym typeface="Times New Roman"/>
              </a:rPr>
              <a:t>4</a:t>
            </a:r>
            <a:r>
              <a:rPr lang="en" sz="1600">
                <a:solidFill>
                  <a:schemeClr val="dk1"/>
                </a:solidFill>
                <a:latin typeface="Times New Roman"/>
                <a:ea typeface="Times New Roman"/>
                <a:cs typeface="Times New Roman"/>
                <a:sym typeface="Times New Roman"/>
              </a:rPr>
              <a:t>. Customer Support</a:t>
            </a:r>
            <a:endParaRPr sz="1600">
              <a:solidFill>
                <a:schemeClr val="dk1"/>
              </a:solidFill>
              <a:latin typeface="Times New Roman"/>
              <a:ea typeface="Times New Roman"/>
              <a:cs typeface="Times New Roman"/>
              <a:sym typeface="Times New Roman"/>
            </a:endParaRPr>
          </a:p>
        </p:txBody>
      </p:sp>
      <p:pic>
        <p:nvPicPr>
          <p:cNvPr id="465" name="Google Shape;465;p42"/>
          <p:cNvPicPr preferRelativeResize="0"/>
          <p:nvPr/>
        </p:nvPicPr>
        <p:blipFill>
          <a:blip r:embed="rId5">
            <a:alphaModFix/>
          </a:blip>
          <a:stretch>
            <a:fillRect/>
          </a:stretch>
        </p:blipFill>
        <p:spPr>
          <a:xfrm>
            <a:off x="519900" y="3244175"/>
            <a:ext cx="2586424" cy="1705425"/>
          </a:xfrm>
          <a:prstGeom prst="rect">
            <a:avLst/>
          </a:prstGeom>
          <a:noFill/>
          <a:ln>
            <a:noFill/>
          </a:ln>
        </p:spPr>
      </p:pic>
      <p:sp>
        <p:nvSpPr>
          <p:cNvPr id="466" name="Google Shape;466;p42"/>
          <p:cNvSpPr txBox="1"/>
          <p:nvPr/>
        </p:nvSpPr>
        <p:spPr>
          <a:xfrm>
            <a:off x="3388175" y="3265725"/>
            <a:ext cx="55110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Watching Movies</a:t>
            </a:r>
            <a:r>
              <a:rPr lang="en" sz="1600">
                <a:solidFill>
                  <a:schemeClr val="dk1"/>
                </a:solidFill>
                <a:latin typeface="Times New Roman"/>
                <a:ea typeface="Times New Roman"/>
                <a:cs typeface="Times New Roman"/>
                <a:sym typeface="Times New Roman"/>
              </a:rPr>
              <a:t> on your own, your only support will be Google or the information you already know about Online streaming. A reliable Online streaming service will provide you with ongoing customer support and will guide you through any difficulties you encounter. When streaming Movies, you need a live support team by your side.</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3"/>
          <p:cNvSpPr txBox="1"/>
          <p:nvPr>
            <p:ph idx="2" type="title"/>
          </p:nvPr>
        </p:nvSpPr>
        <p:spPr>
          <a:xfrm>
            <a:off x="881875" y="1781175"/>
            <a:ext cx="3472200" cy="74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My position</a:t>
            </a:r>
            <a:endParaRPr/>
          </a:p>
        </p:txBody>
      </p:sp>
      <p:sp>
        <p:nvSpPr>
          <p:cNvPr id="472" name="Google Shape;472;p43"/>
          <p:cNvSpPr/>
          <p:nvPr/>
        </p:nvSpPr>
        <p:spPr>
          <a:xfrm rot="5400000">
            <a:off x="1850575" y="1590648"/>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3" name="Google Shape;473;p43"/>
          <p:cNvPicPr preferRelativeResize="0"/>
          <p:nvPr/>
        </p:nvPicPr>
        <p:blipFill rotWithShape="1">
          <a:blip r:embed="rId3">
            <a:alphaModFix/>
          </a:blip>
          <a:srcRect b="-13620" l="0" r="0" t="13620"/>
          <a:stretch/>
        </p:blipFill>
        <p:spPr>
          <a:xfrm rot="1020002">
            <a:off x="-477372" y="-462246"/>
            <a:ext cx="5146419" cy="3568188"/>
          </a:xfrm>
          <a:prstGeom prst="rect">
            <a:avLst/>
          </a:prstGeom>
          <a:noFill/>
          <a:ln>
            <a:noFill/>
          </a:ln>
        </p:spPr>
      </p:pic>
      <p:pic>
        <p:nvPicPr>
          <p:cNvPr id="474" name="Google Shape;474;p43"/>
          <p:cNvPicPr preferRelativeResize="0"/>
          <p:nvPr/>
        </p:nvPicPr>
        <p:blipFill rotWithShape="1">
          <a:blip r:embed="rId4">
            <a:alphaModFix/>
          </a:blip>
          <a:srcRect b="1269" l="2000" r="-1999" t="-1270"/>
          <a:stretch/>
        </p:blipFill>
        <p:spPr>
          <a:xfrm rot="-4680000">
            <a:off x="-35318" y="1853728"/>
            <a:ext cx="4897291" cy="4608497"/>
          </a:xfrm>
          <a:prstGeom prst="rect">
            <a:avLst/>
          </a:prstGeom>
          <a:noFill/>
          <a:ln>
            <a:noFill/>
          </a:ln>
        </p:spPr>
      </p:pic>
      <p:pic>
        <p:nvPicPr>
          <p:cNvPr id="475" name="Google Shape;475;p43"/>
          <p:cNvPicPr preferRelativeResize="0"/>
          <p:nvPr/>
        </p:nvPicPr>
        <p:blipFill rotWithShape="1">
          <a:blip r:embed="rId5">
            <a:alphaModFix/>
          </a:blip>
          <a:srcRect b="-3200" l="0" r="0" t="3200"/>
          <a:stretch/>
        </p:blipFill>
        <p:spPr>
          <a:xfrm rot="4269705">
            <a:off x="4600250" y="-1091524"/>
            <a:ext cx="4654151" cy="5143501"/>
          </a:xfrm>
          <a:prstGeom prst="rect">
            <a:avLst/>
          </a:prstGeom>
          <a:noFill/>
          <a:ln>
            <a:noFill/>
          </a:ln>
        </p:spPr>
      </p:pic>
      <p:pic>
        <p:nvPicPr>
          <p:cNvPr id="476" name="Google Shape;476;p43"/>
          <p:cNvPicPr preferRelativeResize="0"/>
          <p:nvPr/>
        </p:nvPicPr>
        <p:blipFill>
          <a:blip r:embed="rId6">
            <a:alphaModFix/>
          </a:blip>
          <a:stretch>
            <a:fillRect/>
          </a:stretch>
        </p:blipFill>
        <p:spPr>
          <a:xfrm rot="4545563">
            <a:off x="5127362" y="1917800"/>
            <a:ext cx="4833664" cy="5143500"/>
          </a:xfrm>
          <a:prstGeom prst="rect">
            <a:avLst/>
          </a:prstGeom>
          <a:noFill/>
          <a:ln>
            <a:noFill/>
          </a:ln>
        </p:spPr>
      </p:pic>
      <p:pic>
        <p:nvPicPr>
          <p:cNvPr id="477" name="Google Shape;477;p43"/>
          <p:cNvPicPr preferRelativeResize="0"/>
          <p:nvPr/>
        </p:nvPicPr>
        <p:blipFill rotWithShape="1">
          <a:blip r:embed="rId7">
            <a:alphaModFix/>
          </a:blip>
          <a:srcRect b="-10740" l="-1430" r="1429" t="10740"/>
          <a:stretch/>
        </p:blipFill>
        <p:spPr>
          <a:xfrm rot="-2066961">
            <a:off x="-256493" y="2076175"/>
            <a:ext cx="3293344" cy="2749725"/>
          </a:xfrm>
          <a:prstGeom prst="rect">
            <a:avLst/>
          </a:prstGeom>
          <a:noFill/>
          <a:ln>
            <a:noFill/>
          </a:ln>
        </p:spPr>
      </p:pic>
      <p:sp>
        <p:nvSpPr>
          <p:cNvPr id="478" name="Google Shape;478;p43"/>
          <p:cNvSpPr txBox="1"/>
          <p:nvPr/>
        </p:nvSpPr>
        <p:spPr>
          <a:xfrm>
            <a:off x="2936675" y="1525250"/>
            <a:ext cx="36684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5800">
                <a:latin typeface="Times New Roman"/>
                <a:ea typeface="Times New Roman"/>
                <a:cs typeface="Times New Roman"/>
                <a:sym typeface="Times New Roman"/>
              </a:rPr>
              <a:t>Analysis</a:t>
            </a:r>
            <a:endParaRPr b="1" sz="58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4"/>
          <p:cNvSpPr/>
          <p:nvPr/>
        </p:nvSpPr>
        <p:spPr>
          <a:xfrm rot="5400000">
            <a:off x="4385550" y="3729905"/>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4" name="Google Shape;484;p44"/>
          <p:cNvPicPr preferRelativeResize="0"/>
          <p:nvPr/>
        </p:nvPicPr>
        <p:blipFill rotWithShape="1">
          <a:blip r:embed="rId3">
            <a:alphaModFix/>
          </a:blip>
          <a:srcRect b="1269" l="2000" r="-1999" t="-1270"/>
          <a:stretch/>
        </p:blipFill>
        <p:spPr>
          <a:xfrm>
            <a:off x="1881157" y="0"/>
            <a:ext cx="4897294" cy="4608500"/>
          </a:xfrm>
          <a:prstGeom prst="rect">
            <a:avLst/>
          </a:prstGeom>
          <a:noFill/>
          <a:ln>
            <a:noFill/>
          </a:ln>
        </p:spPr>
      </p:pic>
      <p:sp>
        <p:nvSpPr>
          <p:cNvPr id="485" name="Google Shape;485;p44"/>
          <p:cNvSpPr txBox="1"/>
          <p:nvPr/>
        </p:nvSpPr>
        <p:spPr>
          <a:xfrm>
            <a:off x="3296550" y="4741800"/>
            <a:ext cx="2221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lt2"/>
                </a:solidFill>
                <a:latin typeface="Actor"/>
                <a:ea typeface="Actor"/>
                <a:cs typeface="Actor"/>
                <a:sym typeface="Actor"/>
              </a:rPr>
              <a:t>Use case diagram</a:t>
            </a:r>
            <a:endParaRPr b="1" sz="2000">
              <a:solidFill>
                <a:schemeClr val="lt2"/>
              </a:solidFill>
              <a:latin typeface="Actor"/>
              <a:ea typeface="Actor"/>
              <a:cs typeface="Actor"/>
              <a:sym typeface="Acto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5"/>
          <p:cNvSpPr/>
          <p:nvPr/>
        </p:nvSpPr>
        <p:spPr>
          <a:xfrm rot="5400000">
            <a:off x="4550400" y="3610480"/>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1" name="Google Shape;491;p45"/>
          <p:cNvPicPr preferRelativeResize="0"/>
          <p:nvPr/>
        </p:nvPicPr>
        <p:blipFill rotWithShape="1">
          <a:blip r:embed="rId3">
            <a:alphaModFix/>
          </a:blip>
          <a:srcRect b="-13620" l="0" r="0" t="13620"/>
          <a:stretch/>
        </p:blipFill>
        <p:spPr>
          <a:xfrm>
            <a:off x="862738" y="0"/>
            <a:ext cx="7418527" cy="5143498"/>
          </a:xfrm>
          <a:prstGeom prst="rect">
            <a:avLst/>
          </a:prstGeom>
          <a:noFill/>
          <a:ln>
            <a:noFill/>
          </a:ln>
        </p:spPr>
      </p:pic>
      <p:sp>
        <p:nvSpPr>
          <p:cNvPr id="492" name="Google Shape;492;p45"/>
          <p:cNvSpPr txBox="1"/>
          <p:nvPr/>
        </p:nvSpPr>
        <p:spPr>
          <a:xfrm>
            <a:off x="3794550" y="4681800"/>
            <a:ext cx="237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2"/>
                </a:solidFill>
                <a:latin typeface="Actor"/>
                <a:ea typeface="Actor"/>
                <a:cs typeface="Actor"/>
                <a:sym typeface="Actor"/>
              </a:rPr>
              <a:t>ER  Diagram</a:t>
            </a:r>
            <a:endParaRPr b="1" sz="1800">
              <a:solidFill>
                <a:schemeClr val="lt2"/>
              </a:solidFill>
              <a:latin typeface="Actor"/>
              <a:ea typeface="Actor"/>
              <a:cs typeface="Actor"/>
              <a:sym typeface="Acto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6"/>
          <p:cNvSpPr/>
          <p:nvPr/>
        </p:nvSpPr>
        <p:spPr>
          <a:xfrm rot="5400000">
            <a:off x="8004100" y="3744405"/>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6"/>
          <p:cNvSpPr txBox="1"/>
          <p:nvPr/>
        </p:nvSpPr>
        <p:spPr>
          <a:xfrm>
            <a:off x="7084850" y="4655400"/>
            <a:ext cx="198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lt2"/>
                </a:solidFill>
                <a:latin typeface="Actor"/>
                <a:ea typeface="Actor"/>
                <a:cs typeface="Actor"/>
                <a:sym typeface="Actor"/>
              </a:rPr>
              <a:t>Activity Diagram</a:t>
            </a:r>
            <a:endParaRPr b="1" sz="2000">
              <a:solidFill>
                <a:schemeClr val="lt2"/>
              </a:solidFill>
              <a:latin typeface="Actor"/>
              <a:ea typeface="Actor"/>
              <a:cs typeface="Actor"/>
              <a:sym typeface="Actor"/>
            </a:endParaRPr>
          </a:p>
        </p:txBody>
      </p:sp>
      <p:pic>
        <p:nvPicPr>
          <p:cNvPr id="499" name="Google Shape;499;p46"/>
          <p:cNvPicPr preferRelativeResize="0"/>
          <p:nvPr/>
        </p:nvPicPr>
        <p:blipFill rotWithShape="1">
          <a:blip r:embed="rId3">
            <a:alphaModFix/>
          </a:blip>
          <a:srcRect b="-3200" l="0" r="0" t="3200"/>
          <a:stretch/>
        </p:blipFill>
        <p:spPr>
          <a:xfrm>
            <a:off x="1635199" y="0"/>
            <a:ext cx="4654151" cy="5143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7"/>
          <p:cNvSpPr/>
          <p:nvPr/>
        </p:nvSpPr>
        <p:spPr>
          <a:xfrm rot="5400000">
            <a:off x="4451450" y="3728405"/>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7"/>
          <p:cNvSpPr txBox="1"/>
          <p:nvPr/>
        </p:nvSpPr>
        <p:spPr>
          <a:xfrm>
            <a:off x="3581700" y="4697100"/>
            <a:ext cx="1980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lt2"/>
                </a:solidFill>
                <a:latin typeface="Actor"/>
                <a:ea typeface="Actor"/>
                <a:cs typeface="Actor"/>
                <a:sym typeface="Actor"/>
              </a:rPr>
              <a:t>Class Diagram</a:t>
            </a:r>
            <a:endParaRPr b="1" sz="2100">
              <a:solidFill>
                <a:schemeClr val="lt2"/>
              </a:solidFill>
              <a:latin typeface="Actor"/>
              <a:ea typeface="Actor"/>
              <a:cs typeface="Actor"/>
              <a:sym typeface="Actor"/>
            </a:endParaRPr>
          </a:p>
        </p:txBody>
      </p:sp>
      <p:pic>
        <p:nvPicPr>
          <p:cNvPr id="506" name="Google Shape;506;p47"/>
          <p:cNvPicPr preferRelativeResize="0"/>
          <p:nvPr/>
        </p:nvPicPr>
        <p:blipFill rotWithShape="1">
          <a:blip r:embed="rId3">
            <a:alphaModFix/>
          </a:blip>
          <a:srcRect b="-10740" l="-1430" r="1429" t="10740"/>
          <a:stretch/>
        </p:blipFill>
        <p:spPr>
          <a:xfrm>
            <a:off x="837275" y="0"/>
            <a:ext cx="6358675" cy="5309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48"/>
          <p:cNvPicPr preferRelativeResize="0"/>
          <p:nvPr/>
        </p:nvPicPr>
        <p:blipFill>
          <a:blip r:embed="rId3">
            <a:alphaModFix/>
          </a:blip>
          <a:stretch>
            <a:fillRect/>
          </a:stretch>
        </p:blipFill>
        <p:spPr>
          <a:xfrm>
            <a:off x="1104000" y="494575"/>
            <a:ext cx="6627726" cy="3951150"/>
          </a:xfrm>
          <a:prstGeom prst="rect">
            <a:avLst/>
          </a:prstGeom>
          <a:noFill/>
          <a:ln>
            <a:noFill/>
          </a:ln>
        </p:spPr>
      </p:pic>
      <p:sp>
        <p:nvSpPr>
          <p:cNvPr id="512" name="Google Shape;512;p48"/>
          <p:cNvSpPr txBox="1"/>
          <p:nvPr/>
        </p:nvSpPr>
        <p:spPr>
          <a:xfrm>
            <a:off x="3593850" y="4583000"/>
            <a:ext cx="2464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2"/>
                </a:solidFill>
                <a:latin typeface="Actor"/>
                <a:ea typeface="Actor"/>
                <a:cs typeface="Actor"/>
                <a:sym typeface="Actor"/>
              </a:rPr>
              <a:t>Component diagram</a:t>
            </a:r>
            <a:endParaRPr b="1" sz="1900">
              <a:solidFill>
                <a:schemeClr val="lt2"/>
              </a:solidFill>
              <a:latin typeface="Actor"/>
              <a:ea typeface="Actor"/>
              <a:cs typeface="Actor"/>
              <a:sym typeface="Acto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p49"/>
          <p:cNvPicPr preferRelativeResize="0"/>
          <p:nvPr/>
        </p:nvPicPr>
        <p:blipFill>
          <a:blip r:embed="rId3">
            <a:alphaModFix/>
          </a:blip>
          <a:stretch>
            <a:fillRect/>
          </a:stretch>
        </p:blipFill>
        <p:spPr>
          <a:xfrm>
            <a:off x="1629961" y="0"/>
            <a:ext cx="4833665" cy="5143500"/>
          </a:xfrm>
          <a:prstGeom prst="rect">
            <a:avLst/>
          </a:prstGeom>
          <a:noFill/>
          <a:ln>
            <a:noFill/>
          </a:ln>
        </p:spPr>
      </p:pic>
      <p:sp>
        <p:nvSpPr>
          <p:cNvPr id="518" name="Google Shape;518;p49"/>
          <p:cNvSpPr txBox="1"/>
          <p:nvPr/>
        </p:nvSpPr>
        <p:spPr>
          <a:xfrm>
            <a:off x="6742600" y="4657175"/>
            <a:ext cx="229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lt2"/>
                </a:solidFill>
                <a:latin typeface="Actor"/>
                <a:ea typeface="Actor"/>
                <a:cs typeface="Actor"/>
                <a:sym typeface="Actor"/>
              </a:rPr>
              <a:t>Data flow Diagram</a:t>
            </a:r>
            <a:endParaRPr b="1" sz="2000">
              <a:solidFill>
                <a:schemeClr val="lt2"/>
              </a:solidFill>
              <a:latin typeface="Actor"/>
              <a:ea typeface="Actor"/>
              <a:cs typeface="Actor"/>
              <a:sym typeface="Acto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0"/>
          <p:cNvSpPr txBox="1"/>
          <p:nvPr>
            <p:ph type="title"/>
          </p:nvPr>
        </p:nvSpPr>
        <p:spPr>
          <a:xfrm>
            <a:off x="713250" y="539500"/>
            <a:ext cx="7717500" cy="53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Testing</a:t>
            </a:r>
            <a:endParaRPr/>
          </a:p>
        </p:txBody>
      </p:sp>
      <p:sp>
        <p:nvSpPr>
          <p:cNvPr id="524" name="Google Shape;524;p50"/>
          <p:cNvSpPr/>
          <p:nvPr/>
        </p:nvSpPr>
        <p:spPr>
          <a:xfrm rot="5400000">
            <a:off x="1804425" y="110209"/>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0"/>
          <p:cNvSpPr txBox="1"/>
          <p:nvPr/>
        </p:nvSpPr>
        <p:spPr>
          <a:xfrm>
            <a:off x="774475" y="1367500"/>
            <a:ext cx="3532200" cy="28938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Times New Roman"/>
              <a:buAutoNum type="arabicParenR"/>
            </a:pPr>
            <a:r>
              <a:rPr lang="en" sz="1600">
                <a:solidFill>
                  <a:schemeClr val="dk1"/>
                </a:solidFill>
                <a:latin typeface="Times New Roman"/>
                <a:ea typeface="Times New Roman"/>
                <a:cs typeface="Times New Roman"/>
                <a:sym typeface="Times New Roman"/>
              </a:rPr>
              <a:t>Testing LogIn Authentication</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arenR"/>
            </a:pPr>
            <a:r>
              <a:rPr lang="en" sz="1600">
                <a:solidFill>
                  <a:schemeClr val="dk1"/>
                </a:solidFill>
                <a:latin typeface="Times New Roman"/>
                <a:ea typeface="Times New Roman"/>
                <a:cs typeface="Times New Roman"/>
                <a:sym typeface="Times New Roman"/>
              </a:rPr>
              <a:t>Testing SignIn and SignUp </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arenR"/>
            </a:pPr>
            <a:r>
              <a:rPr lang="en" sz="1600">
                <a:solidFill>
                  <a:schemeClr val="dk1"/>
                </a:solidFill>
                <a:latin typeface="Times New Roman"/>
                <a:ea typeface="Times New Roman"/>
                <a:cs typeface="Times New Roman"/>
                <a:sym typeface="Times New Roman"/>
              </a:rPr>
              <a:t>Movie Search</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arenR"/>
            </a:pPr>
            <a:r>
              <a:rPr lang="en" sz="1600">
                <a:solidFill>
                  <a:schemeClr val="dk1"/>
                </a:solidFill>
                <a:latin typeface="Times New Roman"/>
                <a:ea typeface="Times New Roman"/>
                <a:cs typeface="Times New Roman"/>
                <a:sym typeface="Times New Roman"/>
              </a:rPr>
              <a:t>Recommendation System Check</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arenR"/>
            </a:pPr>
            <a:r>
              <a:rPr lang="en" sz="1600">
                <a:solidFill>
                  <a:schemeClr val="dk1"/>
                </a:solidFill>
                <a:latin typeface="Times New Roman"/>
                <a:ea typeface="Times New Roman"/>
                <a:cs typeface="Times New Roman"/>
                <a:sym typeface="Times New Roman"/>
              </a:rPr>
              <a:t>Sign Out </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arenR"/>
            </a:pPr>
            <a:r>
              <a:rPr lang="en" sz="1600">
                <a:solidFill>
                  <a:schemeClr val="dk1"/>
                </a:solidFill>
                <a:latin typeface="Times New Roman"/>
                <a:ea typeface="Times New Roman"/>
                <a:cs typeface="Times New Roman"/>
                <a:sym typeface="Times New Roman"/>
              </a:rPr>
              <a:t>DataBase Check</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1"/>
          <p:cNvSpPr txBox="1"/>
          <p:nvPr>
            <p:ph type="title"/>
          </p:nvPr>
        </p:nvSpPr>
        <p:spPr>
          <a:xfrm>
            <a:off x="672425" y="192525"/>
            <a:ext cx="7717500" cy="53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Final Demo</a:t>
            </a:r>
            <a:endParaRPr/>
          </a:p>
        </p:txBody>
      </p:sp>
      <p:sp>
        <p:nvSpPr>
          <p:cNvPr id="531" name="Google Shape;531;p51"/>
          <p:cNvSpPr/>
          <p:nvPr/>
        </p:nvSpPr>
        <p:spPr>
          <a:xfrm rot="5400000">
            <a:off x="1702375" y="-236766"/>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2" name="Google Shape;532;p51"/>
          <p:cNvPicPr preferRelativeResize="0"/>
          <p:nvPr/>
        </p:nvPicPr>
        <p:blipFill rotWithShape="1">
          <a:blip r:embed="rId3">
            <a:alphaModFix/>
          </a:blip>
          <a:srcRect b="0" l="31192" r="1638" t="0"/>
          <a:stretch/>
        </p:blipFill>
        <p:spPr>
          <a:xfrm>
            <a:off x="6939725" y="-717437"/>
            <a:ext cx="3812575" cy="3783275"/>
          </a:xfrm>
          <a:prstGeom prst="flowChartDecision">
            <a:avLst/>
          </a:prstGeom>
          <a:noFill/>
          <a:ln>
            <a:noFill/>
          </a:ln>
        </p:spPr>
      </p:pic>
      <p:pic>
        <p:nvPicPr>
          <p:cNvPr id="533" name="Google Shape;533;p51"/>
          <p:cNvPicPr preferRelativeResize="0"/>
          <p:nvPr/>
        </p:nvPicPr>
        <p:blipFill>
          <a:blip r:embed="rId4">
            <a:alphaModFix/>
          </a:blip>
          <a:stretch>
            <a:fillRect/>
          </a:stretch>
        </p:blipFill>
        <p:spPr>
          <a:xfrm>
            <a:off x="509600" y="878750"/>
            <a:ext cx="4378774" cy="2009151"/>
          </a:xfrm>
          <a:prstGeom prst="rect">
            <a:avLst/>
          </a:prstGeom>
          <a:noFill/>
          <a:ln>
            <a:noFill/>
          </a:ln>
        </p:spPr>
      </p:pic>
      <p:pic>
        <p:nvPicPr>
          <p:cNvPr id="534" name="Google Shape;534;p51"/>
          <p:cNvPicPr preferRelativeResize="0"/>
          <p:nvPr/>
        </p:nvPicPr>
        <p:blipFill>
          <a:blip r:embed="rId5">
            <a:alphaModFix/>
          </a:blip>
          <a:stretch>
            <a:fillRect/>
          </a:stretch>
        </p:blipFill>
        <p:spPr>
          <a:xfrm>
            <a:off x="3878025" y="2983675"/>
            <a:ext cx="4582202" cy="20091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2"/>
          <p:cNvSpPr/>
          <p:nvPr/>
        </p:nvSpPr>
        <p:spPr>
          <a:xfrm>
            <a:off x="1688575" y="1550400"/>
            <a:ext cx="26274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600">
              <a:solidFill>
                <a:schemeClr val="dk1"/>
              </a:solidFill>
              <a:latin typeface="DM Serif Display"/>
              <a:ea typeface="DM Serif Display"/>
              <a:cs typeface="DM Serif Display"/>
              <a:sym typeface="DM Serif Display"/>
            </a:endParaRPr>
          </a:p>
        </p:txBody>
      </p:sp>
      <p:pic>
        <p:nvPicPr>
          <p:cNvPr id="540" name="Google Shape;540;p52"/>
          <p:cNvPicPr preferRelativeResize="0"/>
          <p:nvPr/>
        </p:nvPicPr>
        <p:blipFill>
          <a:blip r:embed="rId3">
            <a:alphaModFix/>
          </a:blip>
          <a:stretch>
            <a:fillRect/>
          </a:stretch>
        </p:blipFill>
        <p:spPr>
          <a:xfrm>
            <a:off x="264650" y="136975"/>
            <a:ext cx="4603274" cy="2431599"/>
          </a:xfrm>
          <a:prstGeom prst="rect">
            <a:avLst/>
          </a:prstGeom>
          <a:noFill/>
          <a:ln>
            <a:noFill/>
          </a:ln>
        </p:spPr>
      </p:pic>
      <p:pic>
        <p:nvPicPr>
          <p:cNvPr id="541" name="Google Shape;541;p52"/>
          <p:cNvPicPr preferRelativeResize="0"/>
          <p:nvPr/>
        </p:nvPicPr>
        <p:blipFill>
          <a:blip r:embed="rId4">
            <a:alphaModFix/>
          </a:blip>
          <a:stretch>
            <a:fillRect/>
          </a:stretch>
        </p:blipFill>
        <p:spPr>
          <a:xfrm>
            <a:off x="4101900" y="2828250"/>
            <a:ext cx="4603274" cy="2193474"/>
          </a:xfrm>
          <a:prstGeom prst="rect">
            <a:avLst/>
          </a:prstGeom>
          <a:noFill/>
          <a:ln>
            <a:noFill/>
          </a:ln>
        </p:spPr>
      </p:pic>
      <p:sp>
        <p:nvSpPr>
          <p:cNvPr id="542" name="Google Shape;542;p52"/>
          <p:cNvSpPr txBox="1"/>
          <p:nvPr/>
        </p:nvSpPr>
        <p:spPr>
          <a:xfrm>
            <a:off x="5786425" y="969525"/>
            <a:ext cx="17349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a:solidFill>
                  <a:schemeClr val="dk1"/>
                </a:solidFill>
                <a:latin typeface="Times New Roman"/>
                <a:ea typeface="Times New Roman"/>
                <a:cs typeface="Times New Roman"/>
                <a:sym typeface="Times New Roman"/>
              </a:rPr>
              <a:t>Sign In</a:t>
            </a:r>
            <a:endParaRPr sz="3100">
              <a:solidFill>
                <a:schemeClr val="dk1"/>
              </a:solidFill>
              <a:latin typeface="Times New Roman"/>
              <a:ea typeface="Times New Roman"/>
              <a:cs typeface="Times New Roman"/>
              <a:sym typeface="Times New Roman"/>
            </a:endParaRPr>
          </a:p>
        </p:txBody>
      </p:sp>
      <p:sp>
        <p:nvSpPr>
          <p:cNvPr id="543" name="Google Shape;543;p52"/>
          <p:cNvSpPr txBox="1"/>
          <p:nvPr/>
        </p:nvSpPr>
        <p:spPr>
          <a:xfrm>
            <a:off x="1502275" y="3512438"/>
            <a:ext cx="30000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a:solidFill>
                  <a:schemeClr val="dk1"/>
                </a:solidFill>
                <a:latin typeface="Times New Roman"/>
                <a:ea typeface="Times New Roman"/>
                <a:cs typeface="Times New Roman"/>
                <a:sym typeface="Times New Roman"/>
              </a:rPr>
              <a:t>Sign Up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3"/>
          <p:cNvSpPr/>
          <p:nvPr/>
        </p:nvSpPr>
        <p:spPr>
          <a:xfrm>
            <a:off x="1688575" y="1550400"/>
            <a:ext cx="26274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600">
              <a:solidFill>
                <a:schemeClr val="dk1"/>
              </a:solidFill>
              <a:latin typeface="DM Serif Display"/>
              <a:ea typeface="DM Serif Display"/>
              <a:cs typeface="DM Serif Display"/>
              <a:sym typeface="DM Serif Display"/>
            </a:endParaRPr>
          </a:p>
        </p:txBody>
      </p:sp>
      <p:pic>
        <p:nvPicPr>
          <p:cNvPr id="549" name="Google Shape;549;p53"/>
          <p:cNvPicPr preferRelativeResize="0"/>
          <p:nvPr/>
        </p:nvPicPr>
        <p:blipFill>
          <a:blip r:embed="rId3">
            <a:alphaModFix/>
          </a:blip>
          <a:stretch>
            <a:fillRect/>
          </a:stretch>
        </p:blipFill>
        <p:spPr>
          <a:xfrm>
            <a:off x="274875" y="96150"/>
            <a:ext cx="4970675" cy="2469799"/>
          </a:xfrm>
          <a:prstGeom prst="rect">
            <a:avLst/>
          </a:prstGeom>
          <a:noFill/>
          <a:ln>
            <a:noFill/>
          </a:ln>
        </p:spPr>
      </p:pic>
      <p:pic>
        <p:nvPicPr>
          <p:cNvPr id="550" name="Google Shape;550;p53"/>
          <p:cNvPicPr preferRelativeResize="0"/>
          <p:nvPr/>
        </p:nvPicPr>
        <p:blipFill>
          <a:blip r:embed="rId4">
            <a:alphaModFix/>
          </a:blip>
          <a:stretch>
            <a:fillRect/>
          </a:stretch>
        </p:blipFill>
        <p:spPr>
          <a:xfrm>
            <a:off x="3704550" y="2724825"/>
            <a:ext cx="5174776" cy="227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4"/>
          <p:cNvSpPr/>
          <p:nvPr/>
        </p:nvSpPr>
        <p:spPr>
          <a:xfrm>
            <a:off x="1688575" y="1550400"/>
            <a:ext cx="26274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600">
              <a:solidFill>
                <a:schemeClr val="dk1"/>
              </a:solidFill>
              <a:latin typeface="DM Serif Display"/>
              <a:ea typeface="DM Serif Display"/>
              <a:cs typeface="DM Serif Display"/>
              <a:sym typeface="DM Serif Display"/>
            </a:endParaRPr>
          </a:p>
        </p:txBody>
      </p:sp>
      <p:pic>
        <p:nvPicPr>
          <p:cNvPr id="556" name="Google Shape;556;p54"/>
          <p:cNvPicPr preferRelativeResize="0"/>
          <p:nvPr/>
        </p:nvPicPr>
        <p:blipFill>
          <a:blip r:embed="rId3">
            <a:alphaModFix/>
          </a:blip>
          <a:stretch>
            <a:fillRect/>
          </a:stretch>
        </p:blipFill>
        <p:spPr>
          <a:xfrm>
            <a:off x="397325" y="157425"/>
            <a:ext cx="4766602" cy="2513626"/>
          </a:xfrm>
          <a:prstGeom prst="rect">
            <a:avLst/>
          </a:prstGeom>
          <a:noFill/>
          <a:ln>
            <a:noFill/>
          </a:ln>
        </p:spPr>
      </p:pic>
      <p:pic>
        <p:nvPicPr>
          <p:cNvPr id="557" name="Google Shape;557;p54"/>
          <p:cNvPicPr preferRelativeResize="0"/>
          <p:nvPr/>
        </p:nvPicPr>
        <p:blipFill>
          <a:blip r:embed="rId4">
            <a:alphaModFix/>
          </a:blip>
          <a:stretch>
            <a:fillRect/>
          </a:stretch>
        </p:blipFill>
        <p:spPr>
          <a:xfrm>
            <a:off x="3830625" y="2810050"/>
            <a:ext cx="4670426" cy="2221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5"/>
          <p:cNvSpPr/>
          <p:nvPr/>
        </p:nvSpPr>
        <p:spPr>
          <a:xfrm rot="2700000">
            <a:off x="5030350" y="672038"/>
            <a:ext cx="626638" cy="626638"/>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5"/>
          <p:cNvSpPr txBox="1"/>
          <p:nvPr>
            <p:ph type="title"/>
          </p:nvPr>
        </p:nvSpPr>
        <p:spPr>
          <a:xfrm>
            <a:off x="609975" y="105400"/>
            <a:ext cx="3822000" cy="88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564" name="Google Shape;564;p55"/>
          <p:cNvSpPr/>
          <p:nvPr/>
        </p:nvSpPr>
        <p:spPr>
          <a:xfrm rot="2700000">
            <a:off x="6244987" y="672038"/>
            <a:ext cx="626638" cy="626638"/>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5"/>
          <p:cNvSpPr/>
          <p:nvPr/>
        </p:nvSpPr>
        <p:spPr>
          <a:xfrm rot="2700000">
            <a:off x="7569697" y="630813"/>
            <a:ext cx="626638" cy="62663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5"/>
          <p:cNvSpPr/>
          <p:nvPr/>
        </p:nvSpPr>
        <p:spPr>
          <a:xfrm rot="5400000">
            <a:off x="2398525" y="140277"/>
            <a:ext cx="43200" cy="198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5"/>
          <p:cNvSpPr txBox="1"/>
          <p:nvPr/>
        </p:nvSpPr>
        <p:spPr>
          <a:xfrm>
            <a:off x="972650" y="1483700"/>
            <a:ext cx="34593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2"/>
                </a:solidFill>
                <a:latin typeface="Actor"/>
                <a:ea typeface="Actor"/>
                <a:cs typeface="Actor"/>
                <a:sym typeface="Actor"/>
              </a:rPr>
              <a:t>20Z316- Diyaa Santhosh</a:t>
            </a:r>
            <a:endParaRPr b="1" sz="1600">
              <a:solidFill>
                <a:schemeClr val="lt2"/>
              </a:solidFill>
              <a:latin typeface="Actor"/>
              <a:ea typeface="Actor"/>
              <a:cs typeface="Actor"/>
              <a:sym typeface="Actor"/>
            </a:endParaRPr>
          </a:p>
          <a:p>
            <a:pPr indent="0" lvl="0" marL="0" rtl="0" algn="l">
              <a:spcBef>
                <a:spcPts val="0"/>
              </a:spcBef>
              <a:spcAft>
                <a:spcPts val="0"/>
              </a:spcAft>
              <a:buNone/>
            </a:pPr>
            <a:r>
              <a:rPr b="1" lang="en" sz="1600">
                <a:solidFill>
                  <a:schemeClr val="lt2"/>
                </a:solidFill>
                <a:latin typeface="Actor"/>
                <a:ea typeface="Actor"/>
                <a:cs typeface="Actor"/>
                <a:sym typeface="Actor"/>
              </a:rPr>
              <a:t>20Z325- Kavin Aravindhan R</a:t>
            </a:r>
            <a:endParaRPr b="1" sz="1600">
              <a:solidFill>
                <a:schemeClr val="lt2"/>
              </a:solidFill>
              <a:latin typeface="Actor"/>
              <a:ea typeface="Actor"/>
              <a:cs typeface="Actor"/>
              <a:sym typeface="Actor"/>
            </a:endParaRPr>
          </a:p>
          <a:p>
            <a:pPr indent="0" lvl="0" marL="0" rtl="0" algn="l">
              <a:spcBef>
                <a:spcPts val="0"/>
              </a:spcBef>
              <a:spcAft>
                <a:spcPts val="0"/>
              </a:spcAft>
              <a:buNone/>
            </a:pPr>
            <a:r>
              <a:rPr b="1" lang="en" sz="1600">
                <a:solidFill>
                  <a:schemeClr val="lt2"/>
                </a:solidFill>
                <a:latin typeface="Actor"/>
                <a:ea typeface="Actor"/>
                <a:cs typeface="Actor"/>
                <a:sym typeface="Actor"/>
              </a:rPr>
              <a:t>20Z327- Lakshmi Priyadarshini M</a:t>
            </a:r>
            <a:endParaRPr b="1" sz="1600">
              <a:solidFill>
                <a:schemeClr val="lt2"/>
              </a:solidFill>
              <a:latin typeface="Actor"/>
              <a:ea typeface="Actor"/>
              <a:cs typeface="Actor"/>
              <a:sym typeface="Actor"/>
            </a:endParaRPr>
          </a:p>
          <a:p>
            <a:pPr indent="0" lvl="0" marL="0" rtl="0" algn="l">
              <a:spcBef>
                <a:spcPts val="0"/>
              </a:spcBef>
              <a:spcAft>
                <a:spcPts val="0"/>
              </a:spcAft>
              <a:buNone/>
            </a:pPr>
            <a:r>
              <a:rPr b="1" lang="en" sz="1600">
                <a:solidFill>
                  <a:schemeClr val="lt2"/>
                </a:solidFill>
                <a:latin typeface="Actor"/>
                <a:ea typeface="Actor"/>
                <a:cs typeface="Actor"/>
                <a:sym typeface="Actor"/>
              </a:rPr>
              <a:t>20Z355- Yadav Ranganathan</a:t>
            </a:r>
            <a:endParaRPr b="1" sz="1600">
              <a:solidFill>
                <a:schemeClr val="lt2"/>
              </a:solidFill>
              <a:latin typeface="Actor"/>
              <a:ea typeface="Actor"/>
              <a:cs typeface="Actor"/>
              <a:sym typeface="Actor"/>
            </a:endParaRPr>
          </a:p>
          <a:p>
            <a:pPr indent="0" lvl="0" marL="0" rtl="0" algn="l">
              <a:spcBef>
                <a:spcPts val="0"/>
              </a:spcBef>
              <a:spcAft>
                <a:spcPts val="0"/>
              </a:spcAft>
              <a:buNone/>
            </a:pPr>
            <a:r>
              <a:rPr b="1" lang="en" sz="1600">
                <a:solidFill>
                  <a:schemeClr val="lt2"/>
                </a:solidFill>
                <a:latin typeface="Actor"/>
                <a:ea typeface="Actor"/>
                <a:cs typeface="Actor"/>
                <a:sym typeface="Actor"/>
              </a:rPr>
              <a:t>20Z367- Hardik P</a:t>
            </a:r>
            <a:endParaRPr b="1" sz="1600">
              <a:solidFill>
                <a:schemeClr val="lt2"/>
              </a:solidFill>
              <a:latin typeface="Actor"/>
              <a:ea typeface="Actor"/>
              <a:cs typeface="Actor"/>
              <a:sym typeface="Actor"/>
            </a:endParaRPr>
          </a:p>
        </p:txBody>
      </p:sp>
    </p:spTree>
  </p:cSld>
  <p:clrMapOvr>
    <a:masterClrMapping/>
  </p:clrMapOvr>
</p:sld>
</file>

<file path=ppt/theme/theme1.xml><?xml version="1.0" encoding="utf-8"?>
<a:theme xmlns:a="http://schemas.openxmlformats.org/drawingml/2006/main" xmlns:r="http://schemas.openxmlformats.org/officeDocument/2006/relationships" name="Internship Report by Slidesgo">
  <a:themeElements>
    <a:clrScheme name="Simple Light">
      <a:dk1>
        <a:srgbClr val="FFFFFF"/>
      </a:dk1>
      <a:lt1>
        <a:srgbClr val="282938"/>
      </a:lt1>
      <a:dk2>
        <a:srgbClr val="484C68"/>
      </a:dk2>
      <a:lt2>
        <a:srgbClr val="70B1DA"/>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